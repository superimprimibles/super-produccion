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6" r:id="rId12"/>
  </p:sldIdLst>
  <p:sldSz cx="107997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4" autoAdjust="0"/>
  </p:normalViewPr>
  <p:slideViewPr>
    <p:cSldViewPr snapToGrid="0">
      <p:cViewPr varScale="1">
        <p:scale>
          <a:sx n="44" d="100"/>
          <a:sy n="44" d="100"/>
        </p:scale>
        <p:origin x="127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9982" y="1767462"/>
            <a:ext cx="9179799" cy="3759917"/>
          </a:xfrm>
        </p:spPr>
        <p:txBody>
          <a:bodyPr anchor="b"/>
          <a:lstStyle>
            <a:lvl1pPr algn="ctr">
              <a:defRPr sz="7087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5672376"/>
            <a:ext cx="8099822" cy="2607442"/>
          </a:xfrm>
        </p:spPr>
        <p:txBody>
          <a:bodyPr/>
          <a:lstStyle>
            <a:lvl1pPr marL="0" indent="0" algn="ctr">
              <a:buNone/>
              <a:defRPr sz="2835"/>
            </a:lvl1pPr>
            <a:lvl2pPr marL="539999" indent="0" algn="ctr">
              <a:buNone/>
              <a:defRPr sz="2362"/>
            </a:lvl2pPr>
            <a:lvl3pPr marL="1079998" indent="0" algn="ctr">
              <a:buNone/>
              <a:defRPr sz="2126"/>
            </a:lvl3pPr>
            <a:lvl4pPr marL="1619997" indent="0" algn="ctr">
              <a:buNone/>
              <a:defRPr sz="1890"/>
            </a:lvl4pPr>
            <a:lvl5pPr marL="2159996" indent="0" algn="ctr">
              <a:buNone/>
              <a:defRPr sz="1890"/>
            </a:lvl5pPr>
            <a:lvl6pPr marL="2699995" indent="0" algn="ctr">
              <a:buNone/>
              <a:defRPr sz="1890"/>
            </a:lvl6pPr>
            <a:lvl7pPr marL="3239994" indent="0" algn="ctr">
              <a:buNone/>
              <a:defRPr sz="1890"/>
            </a:lvl7pPr>
            <a:lvl8pPr marL="3779992" indent="0" algn="ctr">
              <a:buNone/>
              <a:defRPr sz="1890"/>
            </a:lvl8pPr>
            <a:lvl9pPr marL="4319991" indent="0" algn="ctr">
              <a:buNone/>
              <a:defRPr sz="189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1510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51943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2692444"/>
            <a:ext cx="9314796" cy="4492401"/>
          </a:xfrm>
        </p:spPr>
        <p:txBody>
          <a:bodyPr anchor="b"/>
          <a:lstStyle>
            <a:lvl1pPr>
              <a:defRPr sz="7087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7227345"/>
            <a:ext cx="9314796" cy="2362447"/>
          </a:xfrm>
        </p:spPr>
        <p:txBody>
          <a:bodyPr/>
          <a:lstStyle>
            <a:lvl1pPr marL="0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1pPr>
            <a:lvl2pPr marL="539999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2pPr>
            <a:lvl3pPr marL="1079998" indent="0">
              <a:buNone/>
              <a:defRPr sz="2126">
                <a:solidFill>
                  <a:schemeClr val="tx1">
                    <a:tint val="82000"/>
                  </a:schemeClr>
                </a:solidFill>
              </a:defRPr>
            </a:lvl3pPr>
            <a:lvl4pPr marL="1619997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4pPr>
            <a:lvl5pPr marL="2159996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5pPr>
            <a:lvl6pPr marL="2699995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6pPr>
            <a:lvl7pPr marL="3239994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7pPr>
            <a:lvl8pPr marL="3779992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8pPr>
            <a:lvl9pPr marL="4319991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893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2874937"/>
            <a:ext cx="4589899" cy="685235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2874937"/>
            <a:ext cx="4589899" cy="6852350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349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574990"/>
            <a:ext cx="9314796" cy="208745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2" y="2647443"/>
            <a:ext cx="4568805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2" y="3944914"/>
            <a:ext cx="4568805" cy="58023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1" y="2647443"/>
            <a:ext cx="4591306" cy="1297471"/>
          </a:xfrm>
        </p:spPr>
        <p:txBody>
          <a:bodyPr anchor="b"/>
          <a:lstStyle>
            <a:lvl1pPr marL="0" indent="0">
              <a:buNone/>
              <a:defRPr sz="2835" b="1"/>
            </a:lvl1pPr>
            <a:lvl2pPr marL="539999" indent="0">
              <a:buNone/>
              <a:defRPr sz="2362" b="1"/>
            </a:lvl2pPr>
            <a:lvl3pPr marL="1079998" indent="0">
              <a:buNone/>
              <a:defRPr sz="2126" b="1"/>
            </a:lvl3pPr>
            <a:lvl4pPr marL="1619997" indent="0">
              <a:buNone/>
              <a:defRPr sz="1890" b="1"/>
            </a:lvl4pPr>
            <a:lvl5pPr marL="2159996" indent="0">
              <a:buNone/>
              <a:defRPr sz="1890" b="1"/>
            </a:lvl5pPr>
            <a:lvl6pPr marL="2699995" indent="0">
              <a:buNone/>
              <a:defRPr sz="1890" b="1"/>
            </a:lvl6pPr>
            <a:lvl7pPr marL="3239994" indent="0">
              <a:buNone/>
              <a:defRPr sz="1890" b="1"/>
            </a:lvl7pPr>
            <a:lvl8pPr marL="3779992" indent="0">
              <a:buNone/>
              <a:defRPr sz="1890" b="1"/>
            </a:lvl8pPr>
            <a:lvl9pPr marL="4319991" indent="0">
              <a:buNone/>
              <a:defRPr sz="189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1" y="3944914"/>
            <a:ext cx="4591306" cy="580237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533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80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058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1554968"/>
            <a:ext cx="5467380" cy="7674832"/>
          </a:xfrm>
        </p:spPr>
        <p:txBody>
          <a:bodyPr/>
          <a:lstStyle>
            <a:lvl1pPr>
              <a:defRPr sz="3780"/>
            </a:lvl1pPr>
            <a:lvl2pPr>
              <a:defRPr sz="3307"/>
            </a:lvl2pPr>
            <a:lvl3pPr>
              <a:defRPr sz="2835"/>
            </a:lvl3pPr>
            <a:lvl4pPr>
              <a:defRPr sz="2362"/>
            </a:lvl4pPr>
            <a:lvl5pPr>
              <a:defRPr sz="2362"/>
            </a:lvl5pPr>
            <a:lvl6pPr>
              <a:defRPr sz="2362"/>
            </a:lvl6pPr>
            <a:lvl7pPr>
              <a:defRPr sz="2362"/>
            </a:lvl7pPr>
            <a:lvl8pPr>
              <a:defRPr sz="2362"/>
            </a:lvl8pPr>
            <a:lvl9pPr>
              <a:defRPr sz="2362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0970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719984"/>
            <a:ext cx="3483205" cy="2519945"/>
          </a:xfrm>
        </p:spPr>
        <p:txBody>
          <a:bodyPr anchor="b"/>
          <a:lstStyle>
            <a:lvl1pPr>
              <a:defRPr sz="378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1554968"/>
            <a:ext cx="5467380" cy="7674832"/>
          </a:xfrm>
        </p:spPr>
        <p:txBody>
          <a:bodyPr anchor="t"/>
          <a:lstStyle>
            <a:lvl1pPr marL="0" indent="0">
              <a:buNone/>
              <a:defRPr sz="3780"/>
            </a:lvl1pPr>
            <a:lvl2pPr marL="539999" indent="0">
              <a:buNone/>
              <a:defRPr sz="3307"/>
            </a:lvl2pPr>
            <a:lvl3pPr marL="1079998" indent="0">
              <a:buNone/>
              <a:defRPr sz="2835"/>
            </a:lvl3pPr>
            <a:lvl4pPr marL="1619997" indent="0">
              <a:buNone/>
              <a:defRPr sz="2362"/>
            </a:lvl4pPr>
            <a:lvl5pPr marL="2159996" indent="0">
              <a:buNone/>
              <a:defRPr sz="2362"/>
            </a:lvl5pPr>
            <a:lvl6pPr marL="2699995" indent="0">
              <a:buNone/>
              <a:defRPr sz="2362"/>
            </a:lvl6pPr>
            <a:lvl7pPr marL="3239994" indent="0">
              <a:buNone/>
              <a:defRPr sz="2362"/>
            </a:lvl7pPr>
            <a:lvl8pPr marL="3779992" indent="0">
              <a:buNone/>
              <a:defRPr sz="2362"/>
            </a:lvl8pPr>
            <a:lvl9pPr marL="4319991" indent="0">
              <a:buNone/>
              <a:defRPr sz="2362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0" y="3239929"/>
            <a:ext cx="3483205" cy="6002369"/>
          </a:xfrm>
        </p:spPr>
        <p:txBody>
          <a:bodyPr/>
          <a:lstStyle>
            <a:lvl1pPr marL="0" indent="0">
              <a:buNone/>
              <a:defRPr sz="1890"/>
            </a:lvl1pPr>
            <a:lvl2pPr marL="539999" indent="0">
              <a:buNone/>
              <a:defRPr sz="1654"/>
            </a:lvl2pPr>
            <a:lvl3pPr marL="1079998" indent="0">
              <a:buNone/>
              <a:defRPr sz="1417"/>
            </a:lvl3pPr>
            <a:lvl4pPr marL="1619997" indent="0">
              <a:buNone/>
              <a:defRPr sz="1181"/>
            </a:lvl4pPr>
            <a:lvl5pPr marL="2159996" indent="0">
              <a:buNone/>
              <a:defRPr sz="1181"/>
            </a:lvl5pPr>
            <a:lvl6pPr marL="2699995" indent="0">
              <a:buNone/>
              <a:defRPr sz="1181"/>
            </a:lvl6pPr>
            <a:lvl7pPr marL="3239994" indent="0">
              <a:buNone/>
              <a:defRPr sz="1181"/>
            </a:lvl7pPr>
            <a:lvl8pPr marL="3779992" indent="0">
              <a:buNone/>
              <a:defRPr sz="1181"/>
            </a:lvl8pPr>
            <a:lvl9pPr marL="4319991" indent="0">
              <a:buNone/>
              <a:defRPr sz="118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1946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488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1" y="574987"/>
            <a:ext cx="2328699" cy="915230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574987"/>
            <a:ext cx="6851100" cy="915230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220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574990"/>
            <a:ext cx="9314796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2874937"/>
            <a:ext cx="9314796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02C375-06A9-4273-96ED-E4C224629046}" type="datetimeFigureOut">
              <a:rPr lang="es-ES" smtClean="0"/>
              <a:t>21/11/2025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10009783"/>
            <a:ext cx="364492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10009783"/>
            <a:ext cx="2429947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1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099C4A-96FA-499F-BD2A-8383E19F417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956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79998" rtl="0" eaLnBrk="1" latinLnBrk="0" hangingPunct="1">
        <a:lnSpc>
          <a:spcPct val="90000"/>
        </a:lnSpc>
        <a:spcBef>
          <a:spcPct val="0"/>
        </a:spcBef>
        <a:buNone/>
        <a:defRPr sz="51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999" indent="-269999" algn="l" defTabSz="1079998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3307" kern="1200">
          <a:solidFill>
            <a:schemeClr val="tx1"/>
          </a:solidFill>
          <a:latin typeface="+mn-lt"/>
          <a:ea typeface="+mn-ea"/>
          <a:cs typeface="+mn-cs"/>
        </a:defRPr>
      </a:lvl1pPr>
      <a:lvl2pPr marL="809998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349997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889996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429995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969994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509993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4049992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589991" indent="-269999" algn="l" defTabSz="1079998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1pPr>
      <a:lvl2pPr marL="539999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79998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3pPr>
      <a:lvl4pPr marL="1619997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4pPr>
      <a:lvl5pPr marL="2159996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5pPr>
      <a:lvl6pPr marL="2699995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6pPr>
      <a:lvl7pPr marL="3239994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7pPr>
      <a:lvl8pPr marL="3779992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8pPr>
      <a:lvl9pPr marL="4319991" algn="l" defTabSz="1079998" rtl="0" eaLnBrk="1" latinLnBrk="0" hangingPunct="1">
        <a:defRPr sz="212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NDO 1">
            <a:extLst>
              <a:ext uri="{FF2B5EF4-FFF2-40B4-BE49-F238E27FC236}">
                <a16:creationId xmlns:a16="http://schemas.microsoft.com/office/drawing/2014/main" id="{20F6B59D-C853-763F-38AB-32D90C9CA9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0044" y="49537"/>
            <a:ext cx="7559675" cy="10692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A3B30721-99C4-CD00-CA70-87FA971EA7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3569" y="3708985"/>
            <a:ext cx="360000" cy="359708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62500" lnSpcReduction="20000"/>
          </a:bodyPr>
          <a:lstStyle/>
          <a:p>
            <a:pPr algn="ctr"/>
            <a:endParaRPr lang="es-AR"/>
          </a:p>
        </p:txBody>
      </p:sp>
      <p:sp>
        <p:nvSpPr>
          <p:cNvPr id="8" name="Elipse 22">
            <a:extLst>
              <a:ext uri="{FF2B5EF4-FFF2-40B4-BE49-F238E27FC236}">
                <a16:creationId xmlns:a16="http://schemas.microsoft.com/office/drawing/2014/main" id="{861BD1CC-6B0C-0F56-A3B2-17D9AABAFA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620044" y="3051056"/>
            <a:ext cx="392588" cy="518565"/>
          </a:xfrm>
          <a:custGeom>
            <a:avLst/>
            <a:gdLst>
              <a:gd name="connsiteX0" fmla="*/ 0 w 540000"/>
              <a:gd name="connsiteY0" fmla="*/ 270000 h 540000"/>
              <a:gd name="connsiteX1" fmla="*/ 270000 w 540000"/>
              <a:gd name="connsiteY1" fmla="*/ 0 h 540000"/>
              <a:gd name="connsiteX2" fmla="*/ 540000 w 540000"/>
              <a:gd name="connsiteY2" fmla="*/ 270000 h 540000"/>
              <a:gd name="connsiteX3" fmla="*/ 270000 w 540000"/>
              <a:gd name="connsiteY3" fmla="*/ 540000 h 540000"/>
              <a:gd name="connsiteX4" fmla="*/ 0 w 540000"/>
              <a:gd name="connsiteY4" fmla="*/ 270000 h 540000"/>
              <a:gd name="connsiteX0" fmla="*/ 0 w 540938"/>
              <a:gd name="connsiteY0" fmla="*/ 296688 h 566688"/>
              <a:gd name="connsiteX1" fmla="*/ 270000 w 540938"/>
              <a:gd name="connsiteY1" fmla="*/ 26688 h 566688"/>
              <a:gd name="connsiteX2" fmla="*/ 355864 w 540938"/>
              <a:gd name="connsiteY2" fmla="*/ 40435 h 566688"/>
              <a:gd name="connsiteX3" fmla="*/ 540000 w 540938"/>
              <a:gd name="connsiteY3" fmla="*/ 296688 h 566688"/>
              <a:gd name="connsiteX4" fmla="*/ 270000 w 540938"/>
              <a:gd name="connsiteY4" fmla="*/ 566688 h 566688"/>
              <a:gd name="connsiteX5" fmla="*/ 0 w 540938"/>
              <a:gd name="connsiteY5" fmla="*/ 296688 h 566688"/>
              <a:gd name="connsiteX0" fmla="*/ 0 w 540040"/>
              <a:gd name="connsiteY0" fmla="*/ 296688 h 592050"/>
              <a:gd name="connsiteX1" fmla="*/ 270000 w 540040"/>
              <a:gd name="connsiteY1" fmla="*/ 26688 h 592050"/>
              <a:gd name="connsiteX2" fmla="*/ 355864 w 540040"/>
              <a:gd name="connsiteY2" fmla="*/ 40435 h 592050"/>
              <a:gd name="connsiteX3" fmla="*/ 540000 w 540040"/>
              <a:gd name="connsiteY3" fmla="*/ 296688 h 592050"/>
              <a:gd name="connsiteX4" fmla="*/ 339196 w 540040"/>
              <a:gd name="connsiteY4" fmla="*/ 550022 h 592050"/>
              <a:gd name="connsiteX5" fmla="*/ 270000 w 540040"/>
              <a:gd name="connsiteY5" fmla="*/ 566688 h 592050"/>
              <a:gd name="connsiteX6" fmla="*/ 0 w 540040"/>
              <a:gd name="connsiteY6" fmla="*/ 296688 h 592050"/>
              <a:gd name="connsiteX0" fmla="*/ 0 w 372891"/>
              <a:gd name="connsiteY0" fmla="*/ 296688 h 592050"/>
              <a:gd name="connsiteX1" fmla="*/ 270000 w 372891"/>
              <a:gd name="connsiteY1" fmla="*/ 26688 h 592050"/>
              <a:gd name="connsiteX2" fmla="*/ 355864 w 372891"/>
              <a:gd name="connsiteY2" fmla="*/ 40435 h 592050"/>
              <a:gd name="connsiteX3" fmla="*/ 339975 w 372891"/>
              <a:gd name="connsiteY3" fmla="*/ 289544 h 592050"/>
              <a:gd name="connsiteX4" fmla="*/ 339196 w 372891"/>
              <a:gd name="connsiteY4" fmla="*/ 550022 h 592050"/>
              <a:gd name="connsiteX5" fmla="*/ 270000 w 372891"/>
              <a:gd name="connsiteY5" fmla="*/ 566688 h 592050"/>
              <a:gd name="connsiteX6" fmla="*/ 0 w 372891"/>
              <a:gd name="connsiteY6" fmla="*/ 296688 h 592050"/>
              <a:gd name="connsiteX0" fmla="*/ 0 w 374887"/>
              <a:gd name="connsiteY0" fmla="*/ 296688 h 592050"/>
              <a:gd name="connsiteX1" fmla="*/ 270000 w 374887"/>
              <a:gd name="connsiteY1" fmla="*/ 26688 h 592050"/>
              <a:gd name="connsiteX2" fmla="*/ 355864 w 374887"/>
              <a:gd name="connsiteY2" fmla="*/ 40435 h 592050"/>
              <a:gd name="connsiteX3" fmla="*/ 349500 w 374887"/>
              <a:gd name="connsiteY3" fmla="*/ 289544 h 592050"/>
              <a:gd name="connsiteX4" fmla="*/ 339196 w 374887"/>
              <a:gd name="connsiteY4" fmla="*/ 550022 h 592050"/>
              <a:gd name="connsiteX5" fmla="*/ 270000 w 374887"/>
              <a:gd name="connsiteY5" fmla="*/ 566688 h 592050"/>
              <a:gd name="connsiteX6" fmla="*/ 0 w 374887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88571 h 583933"/>
              <a:gd name="connsiteX1" fmla="*/ 270000 w 361502"/>
              <a:gd name="connsiteY1" fmla="*/ 18571 h 583933"/>
              <a:gd name="connsiteX2" fmla="*/ 355864 w 361502"/>
              <a:gd name="connsiteY2" fmla="*/ 32318 h 583933"/>
              <a:gd name="connsiteX3" fmla="*/ 349500 w 361502"/>
              <a:gd name="connsiteY3" fmla="*/ 281427 h 583933"/>
              <a:gd name="connsiteX4" fmla="*/ 339196 w 361502"/>
              <a:gd name="connsiteY4" fmla="*/ 541905 h 583933"/>
              <a:gd name="connsiteX5" fmla="*/ 270000 w 361502"/>
              <a:gd name="connsiteY5" fmla="*/ 558571 h 583933"/>
              <a:gd name="connsiteX6" fmla="*/ 0 w 361502"/>
              <a:gd name="connsiteY6" fmla="*/ 288571 h 583933"/>
              <a:gd name="connsiteX0" fmla="*/ 0 w 361502"/>
              <a:gd name="connsiteY0" fmla="*/ 270132 h 565494"/>
              <a:gd name="connsiteX1" fmla="*/ 270000 w 361502"/>
              <a:gd name="connsiteY1" fmla="*/ 132 h 565494"/>
              <a:gd name="connsiteX2" fmla="*/ 355864 w 361502"/>
              <a:gd name="connsiteY2" fmla="*/ 13879 h 565494"/>
              <a:gd name="connsiteX3" fmla="*/ 349500 w 361502"/>
              <a:gd name="connsiteY3" fmla="*/ 262988 h 565494"/>
              <a:gd name="connsiteX4" fmla="*/ 339196 w 361502"/>
              <a:gd name="connsiteY4" fmla="*/ 523466 h 565494"/>
              <a:gd name="connsiteX5" fmla="*/ 270000 w 361502"/>
              <a:gd name="connsiteY5" fmla="*/ 540132 h 565494"/>
              <a:gd name="connsiteX6" fmla="*/ 0 w 361502"/>
              <a:gd name="connsiteY6" fmla="*/ 270132 h 565494"/>
              <a:gd name="connsiteX0" fmla="*/ 0 w 361502"/>
              <a:gd name="connsiteY0" fmla="*/ 270034 h 565396"/>
              <a:gd name="connsiteX1" fmla="*/ 270000 w 361502"/>
              <a:gd name="connsiteY1" fmla="*/ 34 h 565396"/>
              <a:gd name="connsiteX2" fmla="*/ 355864 w 361502"/>
              <a:gd name="connsiteY2" fmla="*/ 13781 h 565396"/>
              <a:gd name="connsiteX3" fmla="*/ 349500 w 361502"/>
              <a:gd name="connsiteY3" fmla="*/ 262890 h 565396"/>
              <a:gd name="connsiteX4" fmla="*/ 339196 w 361502"/>
              <a:gd name="connsiteY4" fmla="*/ 523368 h 565396"/>
              <a:gd name="connsiteX5" fmla="*/ 270000 w 361502"/>
              <a:gd name="connsiteY5" fmla="*/ 540034 h 565396"/>
              <a:gd name="connsiteX6" fmla="*/ 0 w 361502"/>
              <a:gd name="connsiteY6" fmla="*/ 270034 h 565396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49500 w 361799"/>
              <a:gd name="connsiteY3" fmla="*/ 262987 h 557810"/>
              <a:gd name="connsiteX4" fmla="*/ 339196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0 w 361799"/>
              <a:gd name="connsiteY0" fmla="*/ 270131 h 540493"/>
              <a:gd name="connsiteX1" fmla="*/ 270000 w 361799"/>
              <a:gd name="connsiteY1" fmla="*/ 131 h 540493"/>
              <a:gd name="connsiteX2" fmla="*/ 355864 w 361799"/>
              <a:gd name="connsiteY2" fmla="*/ 13878 h 540493"/>
              <a:gd name="connsiteX3" fmla="*/ 349500 w 361799"/>
              <a:gd name="connsiteY3" fmla="*/ 262987 h 540493"/>
              <a:gd name="connsiteX4" fmla="*/ 339196 w 361799"/>
              <a:gd name="connsiteY4" fmla="*/ 523465 h 540493"/>
              <a:gd name="connsiteX5" fmla="*/ 270000 w 361799"/>
              <a:gd name="connsiteY5" fmla="*/ 540131 h 540493"/>
              <a:gd name="connsiteX6" fmla="*/ 0 w 361799"/>
              <a:gd name="connsiteY6" fmla="*/ 270131 h 540493"/>
              <a:gd name="connsiteX0" fmla="*/ 0 w 361799"/>
              <a:gd name="connsiteY0" fmla="*/ 270131 h 540685"/>
              <a:gd name="connsiteX1" fmla="*/ 270000 w 361799"/>
              <a:gd name="connsiteY1" fmla="*/ 131 h 540685"/>
              <a:gd name="connsiteX2" fmla="*/ 355864 w 361799"/>
              <a:gd name="connsiteY2" fmla="*/ 13878 h 540685"/>
              <a:gd name="connsiteX3" fmla="*/ 349500 w 361799"/>
              <a:gd name="connsiteY3" fmla="*/ 262987 h 540685"/>
              <a:gd name="connsiteX4" fmla="*/ 339196 w 361799"/>
              <a:gd name="connsiteY4" fmla="*/ 523465 h 540685"/>
              <a:gd name="connsiteX5" fmla="*/ 270000 w 361799"/>
              <a:gd name="connsiteY5" fmla="*/ 540131 h 540685"/>
              <a:gd name="connsiteX6" fmla="*/ 0 w 361799"/>
              <a:gd name="connsiteY6" fmla="*/ 270131 h 540685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49500 w 361799"/>
              <a:gd name="connsiteY3" fmla="*/ 262987 h 557810"/>
              <a:gd name="connsiteX4" fmla="*/ 361120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56077 w 361799"/>
              <a:gd name="connsiteY3" fmla="*/ 255843 h 557810"/>
              <a:gd name="connsiteX4" fmla="*/ 361120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0 w 361423"/>
              <a:gd name="connsiteY0" fmla="*/ 288570 h 576249"/>
              <a:gd name="connsiteX1" fmla="*/ 270000 w 361423"/>
              <a:gd name="connsiteY1" fmla="*/ 18570 h 576249"/>
              <a:gd name="connsiteX2" fmla="*/ 360250 w 361423"/>
              <a:gd name="connsiteY2" fmla="*/ 32317 h 576249"/>
              <a:gd name="connsiteX3" fmla="*/ 356077 w 361423"/>
              <a:gd name="connsiteY3" fmla="*/ 274282 h 576249"/>
              <a:gd name="connsiteX4" fmla="*/ 361120 w 361423"/>
              <a:gd name="connsiteY4" fmla="*/ 541904 h 576249"/>
              <a:gd name="connsiteX5" fmla="*/ 270000 w 361423"/>
              <a:gd name="connsiteY5" fmla="*/ 558570 h 576249"/>
              <a:gd name="connsiteX6" fmla="*/ 0 w 361423"/>
              <a:gd name="connsiteY6" fmla="*/ 288570 h 576249"/>
              <a:gd name="connsiteX0" fmla="*/ 3691 w 365114"/>
              <a:gd name="connsiteY0" fmla="*/ 261405 h 549084"/>
              <a:gd name="connsiteX1" fmla="*/ 133380 w 365114"/>
              <a:gd name="connsiteY1" fmla="*/ 48555 h 549084"/>
              <a:gd name="connsiteX2" fmla="*/ 363941 w 365114"/>
              <a:gd name="connsiteY2" fmla="*/ 5152 h 549084"/>
              <a:gd name="connsiteX3" fmla="*/ 359768 w 365114"/>
              <a:gd name="connsiteY3" fmla="*/ 247117 h 549084"/>
              <a:gd name="connsiteX4" fmla="*/ 364811 w 365114"/>
              <a:gd name="connsiteY4" fmla="*/ 514739 h 549084"/>
              <a:gd name="connsiteX5" fmla="*/ 273691 w 365114"/>
              <a:gd name="connsiteY5" fmla="*/ 531405 h 549084"/>
              <a:gd name="connsiteX6" fmla="*/ 3691 w 365114"/>
              <a:gd name="connsiteY6" fmla="*/ 261405 h 549084"/>
              <a:gd name="connsiteX0" fmla="*/ 23 w 361446"/>
              <a:gd name="connsiteY0" fmla="*/ 261405 h 518986"/>
              <a:gd name="connsiteX1" fmla="*/ 129712 w 361446"/>
              <a:gd name="connsiteY1" fmla="*/ 48555 h 518986"/>
              <a:gd name="connsiteX2" fmla="*/ 360273 w 361446"/>
              <a:gd name="connsiteY2" fmla="*/ 5152 h 518986"/>
              <a:gd name="connsiteX3" fmla="*/ 356100 w 361446"/>
              <a:gd name="connsiteY3" fmla="*/ 247117 h 518986"/>
              <a:gd name="connsiteX4" fmla="*/ 361143 w 361446"/>
              <a:gd name="connsiteY4" fmla="*/ 514739 h 518986"/>
              <a:gd name="connsiteX5" fmla="*/ 138481 w 361446"/>
              <a:gd name="connsiteY5" fmla="*/ 464730 h 518986"/>
              <a:gd name="connsiteX6" fmla="*/ 23 w 361446"/>
              <a:gd name="connsiteY6" fmla="*/ 261405 h 5189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1446" h="518986">
                <a:moveTo>
                  <a:pt x="23" y="261405"/>
                </a:moveTo>
                <a:cubicBezTo>
                  <a:pt x="-1438" y="192043"/>
                  <a:pt x="69670" y="91264"/>
                  <a:pt x="129712" y="48555"/>
                </a:cubicBezTo>
                <a:cubicBezTo>
                  <a:pt x="189754" y="5846"/>
                  <a:pt x="339085" y="-8892"/>
                  <a:pt x="360273" y="5152"/>
                </a:cubicBezTo>
                <a:cubicBezTo>
                  <a:pt x="360028" y="50151"/>
                  <a:pt x="358878" y="200286"/>
                  <a:pt x="356100" y="247117"/>
                </a:cubicBezTo>
                <a:cubicBezTo>
                  <a:pt x="353322" y="332048"/>
                  <a:pt x="363281" y="450689"/>
                  <a:pt x="361143" y="514739"/>
                </a:cubicBezTo>
                <a:cubicBezTo>
                  <a:pt x="337574" y="528783"/>
                  <a:pt x="198668" y="506952"/>
                  <a:pt x="138481" y="464730"/>
                </a:cubicBezTo>
                <a:cubicBezTo>
                  <a:pt x="78294" y="422508"/>
                  <a:pt x="1484" y="330767"/>
                  <a:pt x="23" y="261405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AR"/>
          </a:p>
        </p:txBody>
      </p:sp>
      <p:sp>
        <p:nvSpPr>
          <p:cNvPr id="9" name="Elipse 22">
            <a:extLst>
              <a:ext uri="{FF2B5EF4-FFF2-40B4-BE49-F238E27FC236}">
                <a16:creationId xmlns:a16="http://schemas.microsoft.com/office/drawing/2014/main" id="{190040F9-27FA-9F25-10FB-15CC0EB92C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69014" y="3174007"/>
            <a:ext cx="311568" cy="528172"/>
          </a:xfrm>
          <a:custGeom>
            <a:avLst/>
            <a:gdLst>
              <a:gd name="connsiteX0" fmla="*/ 0 w 540000"/>
              <a:gd name="connsiteY0" fmla="*/ 270000 h 540000"/>
              <a:gd name="connsiteX1" fmla="*/ 270000 w 540000"/>
              <a:gd name="connsiteY1" fmla="*/ 0 h 540000"/>
              <a:gd name="connsiteX2" fmla="*/ 540000 w 540000"/>
              <a:gd name="connsiteY2" fmla="*/ 270000 h 540000"/>
              <a:gd name="connsiteX3" fmla="*/ 270000 w 540000"/>
              <a:gd name="connsiteY3" fmla="*/ 540000 h 540000"/>
              <a:gd name="connsiteX4" fmla="*/ 0 w 540000"/>
              <a:gd name="connsiteY4" fmla="*/ 270000 h 540000"/>
              <a:gd name="connsiteX0" fmla="*/ 0 w 540938"/>
              <a:gd name="connsiteY0" fmla="*/ 296688 h 566688"/>
              <a:gd name="connsiteX1" fmla="*/ 270000 w 540938"/>
              <a:gd name="connsiteY1" fmla="*/ 26688 h 566688"/>
              <a:gd name="connsiteX2" fmla="*/ 355864 w 540938"/>
              <a:gd name="connsiteY2" fmla="*/ 40435 h 566688"/>
              <a:gd name="connsiteX3" fmla="*/ 540000 w 540938"/>
              <a:gd name="connsiteY3" fmla="*/ 296688 h 566688"/>
              <a:gd name="connsiteX4" fmla="*/ 270000 w 540938"/>
              <a:gd name="connsiteY4" fmla="*/ 566688 h 566688"/>
              <a:gd name="connsiteX5" fmla="*/ 0 w 540938"/>
              <a:gd name="connsiteY5" fmla="*/ 296688 h 566688"/>
              <a:gd name="connsiteX0" fmla="*/ 0 w 540040"/>
              <a:gd name="connsiteY0" fmla="*/ 296688 h 592050"/>
              <a:gd name="connsiteX1" fmla="*/ 270000 w 540040"/>
              <a:gd name="connsiteY1" fmla="*/ 26688 h 592050"/>
              <a:gd name="connsiteX2" fmla="*/ 355864 w 540040"/>
              <a:gd name="connsiteY2" fmla="*/ 40435 h 592050"/>
              <a:gd name="connsiteX3" fmla="*/ 540000 w 540040"/>
              <a:gd name="connsiteY3" fmla="*/ 296688 h 592050"/>
              <a:gd name="connsiteX4" fmla="*/ 339196 w 540040"/>
              <a:gd name="connsiteY4" fmla="*/ 550022 h 592050"/>
              <a:gd name="connsiteX5" fmla="*/ 270000 w 540040"/>
              <a:gd name="connsiteY5" fmla="*/ 566688 h 592050"/>
              <a:gd name="connsiteX6" fmla="*/ 0 w 540040"/>
              <a:gd name="connsiteY6" fmla="*/ 296688 h 592050"/>
              <a:gd name="connsiteX0" fmla="*/ 0 w 372891"/>
              <a:gd name="connsiteY0" fmla="*/ 296688 h 592050"/>
              <a:gd name="connsiteX1" fmla="*/ 270000 w 372891"/>
              <a:gd name="connsiteY1" fmla="*/ 26688 h 592050"/>
              <a:gd name="connsiteX2" fmla="*/ 355864 w 372891"/>
              <a:gd name="connsiteY2" fmla="*/ 40435 h 592050"/>
              <a:gd name="connsiteX3" fmla="*/ 339975 w 372891"/>
              <a:gd name="connsiteY3" fmla="*/ 289544 h 592050"/>
              <a:gd name="connsiteX4" fmla="*/ 339196 w 372891"/>
              <a:gd name="connsiteY4" fmla="*/ 550022 h 592050"/>
              <a:gd name="connsiteX5" fmla="*/ 270000 w 372891"/>
              <a:gd name="connsiteY5" fmla="*/ 566688 h 592050"/>
              <a:gd name="connsiteX6" fmla="*/ 0 w 372891"/>
              <a:gd name="connsiteY6" fmla="*/ 296688 h 592050"/>
              <a:gd name="connsiteX0" fmla="*/ 0 w 374887"/>
              <a:gd name="connsiteY0" fmla="*/ 296688 h 592050"/>
              <a:gd name="connsiteX1" fmla="*/ 270000 w 374887"/>
              <a:gd name="connsiteY1" fmla="*/ 26688 h 592050"/>
              <a:gd name="connsiteX2" fmla="*/ 355864 w 374887"/>
              <a:gd name="connsiteY2" fmla="*/ 40435 h 592050"/>
              <a:gd name="connsiteX3" fmla="*/ 349500 w 374887"/>
              <a:gd name="connsiteY3" fmla="*/ 289544 h 592050"/>
              <a:gd name="connsiteX4" fmla="*/ 339196 w 374887"/>
              <a:gd name="connsiteY4" fmla="*/ 550022 h 592050"/>
              <a:gd name="connsiteX5" fmla="*/ 270000 w 374887"/>
              <a:gd name="connsiteY5" fmla="*/ 566688 h 592050"/>
              <a:gd name="connsiteX6" fmla="*/ 0 w 374887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88571 h 583933"/>
              <a:gd name="connsiteX1" fmla="*/ 270000 w 361502"/>
              <a:gd name="connsiteY1" fmla="*/ 18571 h 583933"/>
              <a:gd name="connsiteX2" fmla="*/ 355864 w 361502"/>
              <a:gd name="connsiteY2" fmla="*/ 32318 h 583933"/>
              <a:gd name="connsiteX3" fmla="*/ 349500 w 361502"/>
              <a:gd name="connsiteY3" fmla="*/ 281427 h 583933"/>
              <a:gd name="connsiteX4" fmla="*/ 339196 w 361502"/>
              <a:gd name="connsiteY4" fmla="*/ 541905 h 583933"/>
              <a:gd name="connsiteX5" fmla="*/ 270000 w 361502"/>
              <a:gd name="connsiteY5" fmla="*/ 558571 h 583933"/>
              <a:gd name="connsiteX6" fmla="*/ 0 w 361502"/>
              <a:gd name="connsiteY6" fmla="*/ 288571 h 583933"/>
              <a:gd name="connsiteX0" fmla="*/ 0 w 361502"/>
              <a:gd name="connsiteY0" fmla="*/ 270132 h 565494"/>
              <a:gd name="connsiteX1" fmla="*/ 270000 w 361502"/>
              <a:gd name="connsiteY1" fmla="*/ 132 h 565494"/>
              <a:gd name="connsiteX2" fmla="*/ 355864 w 361502"/>
              <a:gd name="connsiteY2" fmla="*/ 13879 h 565494"/>
              <a:gd name="connsiteX3" fmla="*/ 349500 w 361502"/>
              <a:gd name="connsiteY3" fmla="*/ 262988 h 565494"/>
              <a:gd name="connsiteX4" fmla="*/ 339196 w 361502"/>
              <a:gd name="connsiteY4" fmla="*/ 523466 h 565494"/>
              <a:gd name="connsiteX5" fmla="*/ 270000 w 361502"/>
              <a:gd name="connsiteY5" fmla="*/ 540132 h 565494"/>
              <a:gd name="connsiteX6" fmla="*/ 0 w 361502"/>
              <a:gd name="connsiteY6" fmla="*/ 270132 h 565494"/>
              <a:gd name="connsiteX0" fmla="*/ 0 w 361502"/>
              <a:gd name="connsiteY0" fmla="*/ 270034 h 565396"/>
              <a:gd name="connsiteX1" fmla="*/ 270000 w 361502"/>
              <a:gd name="connsiteY1" fmla="*/ 34 h 565396"/>
              <a:gd name="connsiteX2" fmla="*/ 355864 w 361502"/>
              <a:gd name="connsiteY2" fmla="*/ 13781 h 565396"/>
              <a:gd name="connsiteX3" fmla="*/ 349500 w 361502"/>
              <a:gd name="connsiteY3" fmla="*/ 262890 h 565396"/>
              <a:gd name="connsiteX4" fmla="*/ 339196 w 361502"/>
              <a:gd name="connsiteY4" fmla="*/ 523368 h 565396"/>
              <a:gd name="connsiteX5" fmla="*/ 270000 w 361502"/>
              <a:gd name="connsiteY5" fmla="*/ 540034 h 565396"/>
              <a:gd name="connsiteX6" fmla="*/ 0 w 361502"/>
              <a:gd name="connsiteY6" fmla="*/ 270034 h 565396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49500 w 361799"/>
              <a:gd name="connsiteY3" fmla="*/ 262987 h 557810"/>
              <a:gd name="connsiteX4" fmla="*/ 339196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0 w 361799"/>
              <a:gd name="connsiteY0" fmla="*/ 270131 h 540493"/>
              <a:gd name="connsiteX1" fmla="*/ 270000 w 361799"/>
              <a:gd name="connsiteY1" fmla="*/ 131 h 540493"/>
              <a:gd name="connsiteX2" fmla="*/ 355864 w 361799"/>
              <a:gd name="connsiteY2" fmla="*/ 13878 h 540493"/>
              <a:gd name="connsiteX3" fmla="*/ 349500 w 361799"/>
              <a:gd name="connsiteY3" fmla="*/ 262987 h 540493"/>
              <a:gd name="connsiteX4" fmla="*/ 339196 w 361799"/>
              <a:gd name="connsiteY4" fmla="*/ 523465 h 540493"/>
              <a:gd name="connsiteX5" fmla="*/ 270000 w 361799"/>
              <a:gd name="connsiteY5" fmla="*/ 540131 h 540493"/>
              <a:gd name="connsiteX6" fmla="*/ 0 w 361799"/>
              <a:gd name="connsiteY6" fmla="*/ 270131 h 540493"/>
              <a:gd name="connsiteX0" fmla="*/ 0 w 361799"/>
              <a:gd name="connsiteY0" fmla="*/ 270131 h 540685"/>
              <a:gd name="connsiteX1" fmla="*/ 270000 w 361799"/>
              <a:gd name="connsiteY1" fmla="*/ 131 h 540685"/>
              <a:gd name="connsiteX2" fmla="*/ 355864 w 361799"/>
              <a:gd name="connsiteY2" fmla="*/ 13878 h 540685"/>
              <a:gd name="connsiteX3" fmla="*/ 349500 w 361799"/>
              <a:gd name="connsiteY3" fmla="*/ 262987 h 540685"/>
              <a:gd name="connsiteX4" fmla="*/ 339196 w 361799"/>
              <a:gd name="connsiteY4" fmla="*/ 523465 h 540685"/>
              <a:gd name="connsiteX5" fmla="*/ 270000 w 361799"/>
              <a:gd name="connsiteY5" fmla="*/ 540131 h 540685"/>
              <a:gd name="connsiteX6" fmla="*/ 0 w 361799"/>
              <a:gd name="connsiteY6" fmla="*/ 270131 h 540685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49500 w 361799"/>
              <a:gd name="connsiteY3" fmla="*/ 262987 h 557810"/>
              <a:gd name="connsiteX4" fmla="*/ 346570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2649 w 364448"/>
              <a:gd name="connsiteY0" fmla="*/ 270087 h 529531"/>
              <a:gd name="connsiteX1" fmla="*/ 272649 w 364448"/>
              <a:gd name="connsiteY1" fmla="*/ 87 h 529531"/>
              <a:gd name="connsiteX2" fmla="*/ 358513 w 364448"/>
              <a:gd name="connsiteY2" fmla="*/ 13834 h 529531"/>
              <a:gd name="connsiteX3" fmla="*/ 352149 w 364448"/>
              <a:gd name="connsiteY3" fmla="*/ 262943 h 529531"/>
              <a:gd name="connsiteX4" fmla="*/ 349219 w 364448"/>
              <a:gd name="connsiteY4" fmla="*/ 523421 h 529531"/>
              <a:gd name="connsiteX5" fmla="*/ 147288 w 364448"/>
              <a:gd name="connsiteY5" fmla="*/ 486010 h 529531"/>
              <a:gd name="connsiteX6" fmla="*/ 2649 w 364448"/>
              <a:gd name="connsiteY6" fmla="*/ 270087 h 529531"/>
              <a:gd name="connsiteX0" fmla="*/ 195 w 356059"/>
              <a:gd name="connsiteY0" fmla="*/ 259141 h 518585"/>
              <a:gd name="connsiteX1" fmla="*/ 174752 w 356059"/>
              <a:gd name="connsiteY1" fmla="*/ 26087 h 518585"/>
              <a:gd name="connsiteX2" fmla="*/ 356059 w 356059"/>
              <a:gd name="connsiteY2" fmla="*/ 2888 h 518585"/>
              <a:gd name="connsiteX3" fmla="*/ 349695 w 356059"/>
              <a:gd name="connsiteY3" fmla="*/ 251997 h 518585"/>
              <a:gd name="connsiteX4" fmla="*/ 346765 w 356059"/>
              <a:gd name="connsiteY4" fmla="*/ 512475 h 518585"/>
              <a:gd name="connsiteX5" fmla="*/ 144834 w 356059"/>
              <a:gd name="connsiteY5" fmla="*/ 475064 h 518585"/>
              <a:gd name="connsiteX6" fmla="*/ 195 w 356059"/>
              <a:gd name="connsiteY6" fmla="*/ 259141 h 518585"/>
              <a:gd name="connsiteX0" fmla="*/ 195 w 356059"/>
              <a:gd name="connsiteY0" fmla="*/ 266088 h 525532"/>
              <a:gd name="connsiteX1" fmla="*/ 174752 w 356059"/>
              <a:gd name="connsiteY1" fmla="*/ 33034 h 525532"/>
              <a:gd name="connsiteX2" fmla="*/ 356059 w 356059"/>
              <a:gd name="connsiteY2" fmla="*/ 9835 h 525532"/>
              <a:gd name="connsiteX3" fmla="*/ 349695 w 356059"/>
              <a:gd name="connsiteY3" fmla="*/ 258944 h 525532"/>
              <a:gd name="connsiteX4" fmla="*/ 346765 w 356059"/>
              <a:gd name="connsiteY4" fmla="*/ 519422 h 525532"/>
              <a:gd name="connsiteX5" fmla="*/ 144834 w 356059"/>
              <a:gd name="connsiteY5" fmla="*/ 482011 h 525532"/>
              <a:gd name="connsiteX6" fmla="*/ 195 w 356059"/>
              <a:gd name="connsiteY6" fmla="*/ 266088 h 525532"/>
              <a:gd name="connsiteX0" fmla="*/ 287 w 319205"/>
              <a:gd name="connsiteY0" fmla="*/ 269711 h 525988"/>
              <a:gd name="connsiteX1" fmla="*/ 137898 w 319205"/>
              <a:gd name="connsiteY1" fmla="*/ 33578 h 525988"/>
              <a:gd name="connsiteX2" fmla="*/ 319205 w 319205"/>
              <a:gd name="connsiteY2" fmla="*/ 10379 h 525988"/>
              <a:gd name="connsiteX3" fmla="*/ 312841 w 319205"/>
              <a:gd name="connsiteY3" fmla="*/ 259488 h 525988"/>
              <a:gd name="connsiteX4" fmla="*/ 309911 w 319205"/>
              <a:gd name="connsiteY4" fmla="*/ 519966 h 525988"/>
              <a:gd name="connsiteX5" fmla="*/ 107980 w 319205"/>
              <a:gd name="connsiteY5" fmla="*/ 482555 h 525988"/>
              <a:gd name="connsiteX6" fmla="*/ 287 w 319205"/>
              <a:gd name="connsiteY6" fmla="*/ 269711 h 525988"/>
              <a:gd name="connsiteX0" fmla="*/ 299 w 316138"/>
              <a:gd name="connsiteY0" fmla="*/ 240649 h 525490"/>
              <a:gd name="connsiteX1" fmla="*/ 134831 w 316138"/>
              <a:gd name="connsiteY1" fmla="*/ 32225 h 525490"/>
              <a:gd name="connsiteX2" fmla="*/ 316138 w 316138"/>
              <a:gd name="connsiteY2" fmla="*/ 9026 h 525490"/>
              <a:gd name="connsiteX3" fmla="*/ 309774 w 316138"/>
              <a:gd name="connsiteY3" fmla="*/ 258135 h 525490"/>
              <a:gd name="connsiteX4" fmla="*/ 306844 w 316138"/>
              <a:gd name="connsiteY4" fmla="*/ 518613 h 525490"/>
              <a:gd name="connsiteX5" fmla="*/ 104913 w 316138"/>
              <a:gd name="connsiteY5" fmla="*/ 481202 h 525490"/>
              <a:gd name="connsiteX6" fmla="*/ 299 w 316138"/>
              <a:gd name="connsiteY6" fmla="*/ 240649 h 525490"/>
              <a:gd name="connsiteX0" fmla="*/ 130 w 315969"/>
              <a:gd name="connsiteY0" fmla="*/ 240649 h 523340"/>
              <a:gd name="connsiteX1" fmla="*/ 134662 w 315969"/>
              <a:gd name="connsiteY1" fmla="*/ 32225 h 523340"/>
              <a:gd name="connsiteX2" fmla="*/ 315969 w 315969"/>
              <a:gd name="connsiteY2" fmla="*/ 9026 h 523340"/>
              <a:gd name="connsiteX3" fmla="*/ 309605 w 315969"/>
              <a:gd name="connsiteY3" fmla="*/ 258135 h 523340"/>
              <a:gd name="connsiteX4" fmla="*/ 306675 w 315969"/>
              <a:gd name="connsiteY4" fmla="*/ 518613 h 523340"/>
              <a:gd name="connsiteX5" fmla="*/ 113981 w 315969"/>
              <a:gd name="connsiteY5" fmla="*/ 468887 h 523340"/>
              <a:gd name="connsiteX6" fmla="*/ 130 w 315969"/>
              <a:gd name="connsiteY6" fmla="*/ 240649 h 523340"/>
              <a:gd name="connsiteX0" fmla="*/ 1348 w 317187"/>
              <a:gd name="connsiteY0" fmla="*/ 240649 h 523767"/>
              <a:gd name="connsiteX1" fmla="*/ 135880 w 317187"/>
              <a:gd name="connsiteY1" fmla="*/ 32225 h 523767"/>
              <a:gd name="connsiteX2" fmla="*/ 317187 w 317187"/>
              <a:gd name="connsiteY2" fmla="*/ 9026 h 523767"/>
              <a:gd name="connsiteX3" fmla="*/ 310823 w 317187"/>
              <a:gd name="connsiteY3" fmla="*/ 258135 h 523767"/>
              <a:gd name="connsiteX4" fmla="*/ 307893 w 317187"/>
              <a:gd name="connsiteY4" fmla="*/ 518613 h 523767"/>
              <a:gd name="connsiteX5" fmla="*/ 81333 w 317187"/>
              <a:gd name="connsiteY5" fmla="*/ 471965 h 523767"/>
              <a:gd name="connsiteX6" fmla="*/ 1348 w 317187"/>
              <a:gd name="connsiteY6" fmla="*/ 240649 h 523767"/>
              <a:gd name="connsiteX0" fmla="*/ 1348 w 317187"/>
              <a:gd name="connsiteY0" fmla="*/ 244518 h 527636"/>
              <a:gd name="connsiteX1" fmla="*/ 135880 w 317187"/>
              <a:gd name="connsiteY1" fmla="*/ 36094 h 527636"/>
              <a:gd name="connsiteX2" fmla="*/ 317187 w 317187"/>
              <a:gd name="connsiteY2" fmla="*/ 12895 h 527636"/>
              <a:gd name="connsiteX3" fmla="*/ 310823 w 317187"/>
              <a:gd name="connsiteY3" fmla="*/ 262004 h 527636"/>
              <a:gd name="connsiteX4" fmla="*/ 307893 w 317187"/>
              <a:gd name="connsiteY4" fmla="*/ 522482 h 527636"/>
              <a:gd name="connsiteX5" fmla="*/ 81333 w 317187"/>
              <a:gd name="connsiteY5" fmla="*/ 475834 h 527636"/>
              <a:gd name="connsiteX6" fmla="*/ 1348 w 317187"/>
              <a:gd name="connsiteY6" fmla="*/ 244518 h 527636"/>
              <a:gd name="connsiteX0" fmla="*/ 1348 w 311568"/>
              <a:gd name="connsiteY0" fmla="*/ 242884 h 526002"/>
              <a:gd name="connsiteX1" fmla="*/ 135880 w 311568"/>
              <a:gd name="connsiteY1" fmla="*/ 34460 h 526002"/>
              <a:gd name="connsiteX2" fmla="*/ 307950 w 311568"/>
              <a:gd name="connsiteY2" fmla="*/ 8182 h 526002"/>
              <a:gd name="connsiteX3" fmla="*/ 310823 w 311568"/>
              <a:gd name="connsiteY3" fmla="*/ 260370 h 526002"/>
              <a:gd name="connsiteX4" fmla="*/ 307893 w 311568"/>
              <a:gd name="connsiteY4" fmla="*/ 520848 h 526002"/>
              <a:gd name="connsiteX5" fmla="*/ 81333 w 311568"/>
              <a:gd name="connsiteY5" fmla="*/ 474200 h 526002"/>
              <a:gd name="connsiteX6" fmla="*/ 1348 w 311568"/>
              <a:gd name="connsiteY6" fmla="*/ 242884 h 526002"/>
              <a:gd name="connsiteX0" fmla="*/ 1348 w 311568"/>
              <a:gd name="connsiteY0" fmla="*/ 245483 h 528601"/>
              <a:gd name="connsiteX1" fmla="*/ 135880 w 311568"/>
              <a:gd name="connsiteY1" fmla="*/ 37059 h 528601"/>
              <a:gd name="connsiteX2" fmla="*/ 307950 w 311568"/>
              <a:gd name="connsiteY2" fmla="*/ 10781 h 528601"/>
              <a:gd name="connsiteX3" fmla="*/ 310823 w 311568"/>
              <a:gd name="connsiteY3" fmla="*/ 262969 h 528601"/>
              <a:gd name="connsiteX4" fmla="*/ 307893 w 311568"/>
              <a:gd name="connsiteY4" fmla="*/ 523447 h 528601"/>
              <a:gd name="connsiteX5" fmla="*/ 81333 w 311568"/>
              <a:gd name="connsiteY5" fmla="*/ 476799 h 528601"/>
              <a:gd name="connsiteX6" fmla="*/ 1348 w 311568"/>
              <a:gd name="connsiteY6" fmla="*/ 245483 h 528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1568" h="528601">
                <a:moveTo>
                  <a:pt x="1348" y="245483"/>
                </a:moveTo>
                <a:cubicBezTo>
                  <a:pt x="10439" y="172193"/>
                  <a:pt x="53992" y="85412"/>
                  <a:pt x="135880" y="37059"/>
                </a:cubicBezTo>
                <a:cubicBezTo>
                  <a:pt x="217768" y="-11294"/>
                  <a:pt x="286762" y="-3263"/>
                  <a:pt x="307950" y="10781"/>
                </a:cubicBezTo>
                <a:cubicBezTo>
                  <a:pt x="307705" y="55780"/>
                  <a:pt x="313601" y="216138"/>
                  <a:pt x="310823" y="262969"/>
                </a:cubicBezTo>
                <a:cubicBezTo>
                  <a:pt x="308045" y="347900"/>
                  <a:pt x="310031" y="459397"/>
                  <a:pt x="307893" y="523447"/>
                </a:cubicBezTo>
                <a:cubicBezTo>
                  <a:pt x="284324" y="537491"/>
                  <a:pt x="132424" y="523126"/>
                  <a:pt x="81333" y="476799"/>
                </a:cubicBezTo>
                <a:cubicBezTo>
                  <a:pt x="30242" y="430472"/>
                  <a:pt x="-7743" y="318773"/>
                  <a:pt x="1348" y="245483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AR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F103E7A-0681-8626-7FCB-5C9CACF8C5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154194" y="3582582"/>
            <a:ext cx="576000" cy="575532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3838906F-9EA8-56B9-9A73-AA0B691263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43374" y="2481431"/>
            <a:ext cx="288000" cy="287766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40000" lnSpcReduction="20000"/>
          </a:bodyPr>
          <a:lstStyle/>
          <a:p>
            <a:pPr algn="ctr"/>
            <a:endParaRPr lang="es-AR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9A3F331-11CB-9703-A8E1-812A0B6D08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873615" y="2461996"/>
            <a:ext cx="432000" cy="431649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endParaRPr lang="es-AR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75FC33C-71DB-C328-2D23-6588965FC4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87620" y="2075128"/>
            <a:ext cx="180000" cy="179854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25000" lnSpcReduction="20000"/>
          </a:bodyPr>
          <a:lstStyle/>
          <a:p>
            <a:pPr algn="ctr"/>
            <a:endParaRPr lang="es-AR"/>
          </a:p>
        </p:txBody>
      </p:sp>
      <p:sp>
        <p:nvSpPr>
          <p:cNvPr id="14" name="Elipse 22">
            <a:extLst>
              <a:ext uri="{FF2B5EF4-FFF2-40B4-BE49-F238E27FC236}">
                <a16:creationId xmlns:a16="http://schemas.microsoft.com/office/drawing/2014/main" id="{F948EEB3-2DEF-32CE-C3B0-C153157575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829286" y="1152153"/>
            <a:ext cx="351296" cy="519562"/>
          </a:xfrm>
          <a:custGeom>
            <a:avLst/>
            <a:gdLst>
              <a:gd name="connsiteX0" fmla="*/ 0 w 540000"/>
              <a:gd name="connsiteY0" fmla="*/ 270000 h 540000"/>
              <a:gd name="connsiteX1" fmla="*/ 270000 w 540000"/>
              <a:gd name="connsiteY1" fmla="*/ 0 h 540000"/>
              <a:gd name="connsiteX2" fmla="*/ 540000 w 540000"/>
              <a:gd name="connsiteY2" fmla="*/ 270000 h 540000"/>
              <a:gd name="connsiteX3" fmla="*/ 270000 w 540000"/>
              <a:gd name="connsiteY3" fmla="*/ 540000 h 540000"/>
              <a:gd name="connsiteX4" fmla="*/ 0 w 540000"/>
              <a:gd name="connsiteY4" fmla="*/ 270000 h 540000"/>
              <a:gd name="connsiteX0" fmla="*/ 0 w 540938"/>
              <a:gd name="connsiteY0" fmla="*/ 296688 h 566688"/>
              <a:gd name="connsiteX1" fmla="*/ 270000 w 540938"/>
              <a:gd name="connsiteY1" fmla="*/ 26688 h 566688"/>
              <a:gd name="connsiteX2" fmla="*/ 355864 w 540938"/>
              <a:gd name="connsiteY2" fmla="*/ 40435 h 566688"/>
              <a:gd name="connsiteX3" fmla="*/ 540000 w 540938"/>
              <a:gd name="connsiteY3" fmla="*/ 296688 h 566688"/>
              <a:gd name="connsiteX4" fmla="*/ 270000 w 540938"/>
              <a:gd name="connsiteY4" fmla="*/ 566688 h 566688"/>
              <a:gd name="connsiteX5" fmla="*/ 0 w 540938"/>
              <a:gd name="connsiteY5" fmla="*/ 296688 h 566688"/>
              <a:gd name="connsiteX0" fmla="*/ 0 w 540040"/>
              <a:gd name="connsiteY0" fmla="*/ 296688 h 592050"/>
              <a:gd name="connsiteX1" fmla="*/ 270000 w 540040"/>
              <a:gd name="connsiteY1" fmla="*/ 26688 h 592050"/>
              <a:gd name="connsiteX2" fmla="*/ 355864 w 540040"/>
              <a:gd name="connsiteY2" fmla="*/ 40435 h 592050"/>
              <a:gd name="connsiteX3" fmla="*/ 540000 w 540040"/>
              <a:gd name="connsiteY3" fmla="*/ 296688 h 592050"/>
              <a:gd name="connsiteX4" fmla="*/ 339196 w 540040"/>
              <a:gd name="connsiteY4" fmla="*/ 550022 h 592050"/>
              <a:gd name="connsiteX5" fmla="*/ 270000 w 540040"/>
              <a:gd name="connsiteY5" fmla="*/ 566688 h 592050"/>
              <a:gd name="connsiteX6" fmla="*/ 0 w 540040"/>
              <a:gd name="connsiteY6" fmla="*/ 296688 h 592050"/>
              <a:gd name="connsiteX0" fmla="*/ 0 w 372891"/>
              <a:gd name="connsiteY0" fmla="*/ 296688 h 592050"/>
              <a:gd name="connsiteX1" fmla="*/ 270000 w 372891"/>
              <a:gd name="connsiteY1" fmla="*/ 26688 h 592050"/>
              <a:gd name="connsiteX2" fmla="*/ 355864 w 372891"/>
              <a:gd name="connsiteY2" fmla="*/ 40435 h 592050"/>
              <a:gd name="connsiteX3" fmla="*/ 339975 w 372891"/>
              <a:gd name="connsiteY3" fmla="*/ 289544 h 592050"/>
              <a:gd name="connsiteX4" fmla="*/ 339196 w 372891"/>
              <a:gd name="connsiteY4" fmla="*/ 550022 h 592050"/>
              <a:gd name="connsiteX5" fmla="*/ 270000 w 372891"/>
              <a:gd name="connsiteY5" fmla="*/ 566688 h 592050"/>
              <a:gd name="connsiteX6" fmla="*/ 0 w 372891"/>
              <a:gd name="connsiteY6" fmla="*/ 296688 h 592050"/>
              <a:gd name="connsiteX0" fmla="*/ 0 w 374887"/>
              <a:gd name="connsiteY0" fmla="*/ 296688 h 592050"/>
              <a:gd name="connsiteX1" fmla="*/ 270000 w 374887"/>
              <a:gd name="connsiteY1" fmla="*/ 26688 h 592050"/>
              <a:gd name="connsiteX2" fmla="*/ 355864 w 374887"/>
              <a:gd name="connsiteY2" fmla="*/ 40435 h 592050"/>
              <a:gd name="connsiteX3" fmla="*/ 349500 w 374887"/>
              <a:gd name="connsiteY3" fmla="*/ 289544 h 592050"/>
              <a:gd name="connsiteX4" fmla="*/ 339196 w 374887"/>
              <a:gd name="connsiteY4" fmla="*/ 550022 h 592050"/>
              <a:gd name="connsiteX5" fmla="*/ 270000 w 374887"/>
              <a:gd name="connsiteY5" fmla="*/ 566688 h 592050"/>
              <a:gd name="connsiteX6" fmla="*/ 0 w 374887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96688 h 592050"/>
              <a:gd name="connsiteX1" fmla="*/ 270000 w 361502"/>
              <a:gd name="connsiteY1" fmla="*/ 26688 h 592050"/>
              <a:gd name="connsiteX2" fmla="*/ 355864 w 361502"/>
              <a:gd name="connsiteY2" fmla="*/ 40435 h 592050"/>
              <a:gd name="connsiteX3" fmla="*/ 349500 w 361502"/>
              <a:gd name="connsiteY3" fmla="*/ 289544 h 592050"/>
              <a:gd name="connsiteX4" fmla="*/ 339196 w 361502"/>
              <a:gd name="connsiteY4" fmla="*/ 550022 h 592050"/>
              <a:gd name="connsiteX5" fmla="*/ 270000 w 361502"/>
              <a:gd name="connsiteY5" fmla="*/ 566688 h 592050"/>
              <a:gd name="connsiteX6" fmla="*/ 0 w 361502"/>
              <a:gd name="connsiteY6" fmla="*/ 296688 h 592050"/>
              <a:gd name="connsiteX0" fmla="*/ 0 w 361502"/>
              <a:gd name="connsiteY0" fmla="*/ 288571 h 583933"/>
              <a:gd name="connsiteX1" fmla="*/ 270000 w 361502"/>
              <a:gd name="connsiteY1" fmla="*/ 18571 h 583933"/>
              <a:gd name="connsiteX2" fmla="*/ 355864 w 361502"/>
              <a:gd name="connsiteY2" fmla="*/ 32318 h 583933"/>
              <a:gd name="connsiteX3" fmla="*/ 349500 w 361502"/>
              <a:gd name="connsiteY3" fmla="*/ 281427 h 583933"/>
              <a:gd name="connsiteX4" fmla="*/ 339196 w 361502"/>
              <a:gd name="connsiteY4" fmla="*/ 541905 h 583933"/>
              <a:gd name="connsiteX5" fmla="*/ 270000 w 361502"/>
              <a:gd name="connsiteY5" fmla="*/ 558571 h 583933"/>
              <a:gd name="connsiteX6" fmla="*/ 0 w 361502"/>
              <a:gd name="connsiteY6" fmla="*/ 288571 h 583933"/>
              <a:gd name="connsiteX0" fmla="*/ 0 w 361502"/>
              <a:gd name="connsiteY0" fmla="*/ 270132 h 565494"/>
              <a:gd name="connsiteX1" fmla="*/ 270000 w 361502"/>
              <a:gd name="connsiteY1" fmla="*/ 132 h 565494"/>
              <a:gd name="connsiteX2" fmla="*/ 355864 w 361502"/>
              <a:gd name="connsiteY2" fmla="*/ 13879 h 565494"/>
              <a:gd name="connsiteX3" fmla="*/ 349500 w 361502"/>
              <a:gd name="connsiteY3" fmla="*/ 262988 h 565494"/>
              <a:gd name="connsiteX4" fmla="*/ 339196 w 361502"/>
              <a:gd name="connsiteY4" fmla="*/ 523466 h 565494"/>
              <a:gd name="connsiteX5" fmla="*/ 270000 w 361502"/>
              <a:gd name="connsiteY5" fmla="*/ 540132 h 565494"/>
              <a:gd name="connsiteX6" fmla="*/ 0 w 361502"/>
              <a:gd name="connsiteY6" fmla="*/ 270132 h 565494"/>
              <a:gd name="connsiteX0" fmla="*/ 0 w 361502"/>
              <a:gd name="connsiteY0" fmla="*/ 270034 h 565396"/>
              <a:gd name="connsiteX1" fmla="*/ 270000 w 361502"/>
              <a:gd name="connsiteY1" fmla="*/ 34 h 565396"/>
              <a:gd name="connsiteX2" fmla="*/ 355864 w 361502"/>
              <a:gd name="connsiteY2" fmla="*/ 13781 h 565396"/>
              <a:gd name="connsiteX3" fmla="*/ 349500 w 361502"/>
              <a:gd name="connsiteY3" fmla="*/ 262890 h 565396"/>
              <a:gd name="connsiteX4" fmla="*/ 339196 w 361502"/>
              <a:gd name="connsiteY4" fmla="*/ 523368 h 565396"/>
              <a:gd name="connsiteX5" fmla="*/ 270000 w 361502"/>
              <a:gd name="connsiteY5" fmla="*/ 540034 h 565396"/>
              <a:gd name="connsiteX6" fmla="*/ 0 w 361502"/>
              <a:gd name="connsiteY6" fmla="*/ 270034 h 565396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65493"/>
              <a:gd name="connsiteX1" fmla="*/ 270000 w 361799"/>
              <a:gd name="connsiteY1" fmla="*/ 131 h 565493"/>
              <a:gd name="connsiteX2" fmla="*/ 355864 w 361799"/>
              <a:gd name="connsiteY2" fmla="*/ 13878 h 565493"/>
              <a:gd name="connsiteX3" fmla="*/ 349500 w 361799"/>
              <a:gd name="connsiteY3" fmla="*/ 262987 h 565493"/>
              <a:gd name="connsiteX4" fmla="*/ 339196 w 361799"/>
              <a:gd name="connsiteY4" fmla="*/ 523465 h 565493"/>
              <a:gd name="connsiteX5" fmla="*/ 270000 w 361799"/>
              <a:gd name="connsiteY5" fmla="*/ 540131 h 565493"/>
              <a:gd name="connsiteX6" fmla="*/ 0 w 361799"/>
              <a:gd name="connsiteY6" fmla="*/ 270131 h 565493"/>
              <a:gd name="connsiteX0" fmla="*/ 0 w 361799"/>
              <a:gd name="connsiteY0" fmla="*/ 270131 h 557810"/>
              <a:gd name="connsiteX1" fmla="*/ 270000 w 361799"/>
              <a:gd name="connsiteY1" fmla="*/ 131 h 557810"/>
              <a:gd name="connsiteX2" fmla="*/ 355864 w 361799"/>
              <a:gd name="connsiteY2" fmla="*/ 13878 h 557810"/>
              <a:gd name="connsiteX3" fmla="*/ 349500 w 361799"/>
              <a:gd name="connsiteY3" fmla="*/ 262987 h 557810"/>
              <a:gd name="connsiteX4" fmla="*/ 339196 w 361799"/>
              <a:gd name="connsiteY4" fmla="*/ 523465 h 557810"/>
              <a:gd name="connsiteX5" fmla="*/ 270000 w 361799"/>
              <a:gd name="connsiteY5" fmla="*/ 540131 h 557810"/>
              <a:gd name="connsiteX6" fmla="*/ 0 w 361799"/>
              <a:gd name="connsiteY6" fmla="*/ 270131 h 557810"/>
              <a:gd name="connsiteX0" fmla="*/ 0 w 361799"/>
              <a:gd name="connsiteY0" fmla="*/ 270131 h 540493"/>
              <a:gd name="connsiteX1" fmla="*/ 270000 w 361799"/>
              <a:gd name="connsiteY1" fmla="*/ 131 h 540493"/>
              <a:gd name="connsiteX2" fmla="*/ 355864 w 361799"/>
              <a:gd name="connsiteY2" fmla="*/ 13878 h 540493"/>
              <a:gd name="connsiteX3" fmla="*/ 349500 w 361799"/>
              <a:gd name="connsiteY3" fmla="*/ 262987 h 540493"/>
              <a:gd name="connsiteX4" fmla="*/ 339196 w 361799"/>
              <a:gd name="connsiteY4" fmla="*/ 523465 h 540493"/>
              <a:gd name="connsiteX5" fmla="*/ 270000 w 361799"/>
              <a:gd name="connsiteY5" fmla="*/ 540131 h 540493"/>
              <a:gd name="connsiteX6" fmla="*/ 0 w 361799"/>
              <a:gd name="connsiteY6" fmla="*/ 270131 h 540493"/>
              <a:gd name="connsiteX0" fmla="*/ 0 w 361799"/>
              <a:gd name="connsiteY0" fmla="*/ 270131 h 540685"/>
              <a:gd name="connsiteX1" fmla="*/ 270000 w 361799"/>
              <a:gd name="connsiteY1" fmla="*/ 131 h 540685"/>
              <a:gd name="connsiteX2" fmla="*/ 355864 w 361799"/>
              <a:gd name="connsiteY2" fmla="*/ 13878 h 540685"/>
              <a:gd name="connsiteX3" fmla="*/ 349500 w 361799"/>
              <a:gd name="connsiteY3" fmla="*/ 262987 h 540685"/>
              <a:gd name="connsiteX4" fmla="*/ 339196 w 361799"/>
              <a:gd name="connsiteY4" fmla="*/ 523465 h 540685"/>
              <a:gd name="connsiteX5" fmla="*/ 270000 w 361799"/>
              <a:gd name="connsiteY5" fmla="*/ 540131 h 540685"/>
              <a:gd name="connsiteX6" fmla="*/ 0 w 361799"/>
              <a:gd name="connsiteY6" fmla="*/ 270131 h 540685"/>
              <a:gd name="connsiteX0" fmla="*/ 0 w 361799"/>
              <a:gd name="connsiteY0" fmla="*/ 270131 h 557097"/>
              <a:gd name="connsiteX1" fmla="*/ 270000 w 361799"/>
              <a:gd name="connsiteY1" fmla="*/ 131 h 557097"/>
              <a:gd name="connsiteX2" fmla="*/ 355864 w 361799"/>
              <a:gd name="connsiteY2" fmla="*/ 13878 h 557097"/>
              <a:gd name="connsiteX3" fmla="*/ 349500 w 361799"/>
              <a:gd name="connsiteY3" fmla="*/ 262987 h 557097"/>
              <a:gd name="connsiteX4" fmla="*/ 346570 w 361799"/>
              <a:gd name="connsiteY4" fmla="*/ 521007 h 557097"/>
              <a:gd name="connsiteX5" fmla="*/ 270000 w 361799"/>
              <a:gd name="connsiteY5" fmla="*/ 540131 h 557097"/>
              <a:gd name="connsiteX6" fmla="*/ 0 w 361799"/>
              <a:gd name="connsiteY6" fmla="*/ 270131 h 557097"/>
              <a:gd name="connsiteX0" fmla="*/ 2379 w 364178"/>
              <a:gd name="connsiteY0" fmla="*/ 270086 h 526552"/>
              <a:gd name="connsiteX1" fmla="*/ 272379 w 364178"/>
              <a:gd name="connsiteY1" fmla="*/ 86 h 526552"/>
              <a:gd name="connsiteX2" fmla="*/ 358243 w 364178"/>
              <a:gd name="connsiteY2" fmla="*/ 13833 h 526552"/>
              <a:gd name="connsiteX3" fmla="*/ 351879 w 364178"/>
              <a:gd name="connsiteY3" fmla="*/ 262942 h 526552"/>
              <a:gd name="connsiteX4" fmla="*/ 348949 w 364178"/>
              <a:gd name="connsiteY4" fmla="*/ 520962 h 526552"/>
              <a:gd name="connsiteX5" fmla="*/ 151934 w 364178"/>
              <a:gd name="connsiteY5" fmla="*/ 481093 h 526552"/>
              <a:gd name="connsiteX6" fmla="*/ 2379 w 364178"/>
              <a:gd name="connsiteY6" fmla="*/ 270086 h 526552"/>
              <a:gd name="connsiteX0" fmla="*/ 2379 w 358243"/>
              <a:gd name="connsiteY0" fmla="*/ 248973 h 543365"/>
              <a:gd name="connsiteX1" fmla="*/ 272379 w 358243"/>
              <a:gd name="connsiteY1" fmla="*/ 15844 h 543365"/>
              <a:gd name="connsiteX2" fmla="*/ 358243 w 358243"/>
              <a:gd name="connsiteY2" fmla="*/ 29591 h 543365"/>
              <a:gd name="connsiteX3" fmla="*/ 351879 w 358243"/>
              <a:gd name="connsiteY3" fmla="*/ 278700 h 543365"/>
              <a:gd name="connsiteX4" fmla="*/ 348949 w 358243"/>
              <a:gd name="connsiteY4" fmla="*/ 536720 h 543365"/>
              <a:gd name="connsiteX5" fmla="*/ 151934 w 358243"/>
              <a:gd name="connsiteY5" fmla="*/ 496851 h 543365"/>
              <a:gd name="connsiteX6" fmla="*/ 2379 w 358243"/>
              <a:gd name="connsiteY6" fmla="*/ 248973 h 543365"/>
              <a:gd name="connsiteX0" fmla="*/ 0 w 355864"/>
              <a:gd name="connsiteY0" fmla="*/ 226482 h 520874"/>
              <a:gd name="connsiteX1" fmla="*/ 149555 w 355864"/>
              <a:gd name="connsiteY1" fmla="*/ 35140 h 520874"/>
              <a:gd name="connsiteX2" fmla="*/ 355864 w 355864"/>
              <a:gd name="connsiteY2" fmla="*/ 7100 h 520874"/>
              <a:gd name="connsiteX3" fmla="*/ 349500 w 355864"/>
              <a:gd name="connsiteY3" fmla="*/ 256209 h 520874"/>
              <a:gd name="connsiteX4" fmla="*/ 346570 w 355864"/>
              <a:gd name="connsiteY4" fmla="*/ 514229 h 520874"/>
              <a:gd name="connsiteX5" fmla="*/ 149555 w 355864"/>
              <a:gd name="connsiteY5" fmla="*/ 474360 h 520874"/>
              <a:gd name="connsiteX6" fmla="*/ 0 w 355864"/>
              <a:gd name="connsiteY6" fmla="*/ 226482 h 520874"/>
              <a:gd name="connsiteX0" fmla="*/ 0 w 351173"/>
              <a:gd name="connsiteY0" fmla="*/ 228438 h 522830"/>
              <a:gd name="connsiteX1" fmla="*/ 149555 w 351173"/>
              <a:gd name="connsiteY1" fmla="*/ 37096 h 522830"/>
              <a:gd name="connsiteX2" fmla="*/ 350947 w 351173"/>
              <a:gd name="connsiteY2" fmla="*/ 6598 h 522830"/>
              <a:gd name="connsiteX3" fmla="*/ 349500 w 351173"/>
              <a:gd name="connsiteY3" fmla="*/ 258165 h 522830"/>
              <a:gd name="connsiteX4" fmla="*/ 346570 w 351173"/>
              <a:gd name="connsiteY4" fmla="*/ 516185 h 522830"/>
              <a:gd name="connsiteX5" fmla="*/ 149555 w 351173"/>
              <a:gd name="connsiteY5" fmla="*/ 476316 h 522830"/>
              <a:gd name="connsiteX6" fmla="*/ 0 w 351173"/>
              <a:gd name="connsiteY6" fmla="*/ 228438 h 522830"/>
              <a:gd name="connsiteX0" fmla="*/ 257 w 351430"/>
              <a:gd name="connsiteY0" fmla="*/ 227916 h 522308"/>
              <a:gd name="connsiteX1" fmla="*/ 120315 w 351430"/>
              <a:gd name="connsiteY1" fmla="*/ 39032 h 522308"/>
              <a:gd name="connsiteX2" fmla="*/ 351204 w 351430"/>
              <a:gd name="connsiteY2" fmla="*/ 6076 h 522308"/>
              <a:gd name="connsiteX3" fmla="*/ 349757 w 351430"/>
              <a:gd name="connsiteY3" fmla="*/ 257643 h 522308"/>
              <a:gd name="connsiteX4" fmla="*/ 346827 w 351430"/>
              <a:gd name="connsiteY4" fmla="*/ 515663 h 522308"/>
              <a:gd name="connsiteX5" fmla="*/ 149812 w 351430"/>
              <a:gd name="connsiteY5" fmla="*/ 475794 h 522308"/>
              <a:gd name="connsiteX6" fmla="*/ 257 w 351430"/>
              <a:gd name="connsiteY6" fmla="*/ 227916 h 522308"/>
              <a:gd name="connsiteX0" fmla="*/ 123 w 351296"/>
              <a:gd name="connsiteY0" fmla="*/ 227916 h 519984"/>
              <a:gd name="connsiteX1" fmla="*/ 120181 w 351296"/>
              <a:gd name="connsiteY1" fmla="*/ 39032 h 519984"/>
              <a:gd name="connsiteX2" fmla="*/ 351070 w 351296"/>
              <a:gd name="connsiteY2" fmla="*/ 6076 h 519984"/>
              <a:gd name="connsiteX3" fmla="*/ 349623 w 351296"/>
              <a:gd name="connsiteY3" fmla="*/ 257643 h 519984"/>
              <a:gd name="connsiteX4" fmla="*/ 346693 w 351296"/>
              <a:gd name="connsiteY4" fmla="*/ 515663 h 519984"/>
              <a:gd name="connsiteX5" fmla="*/ 102975 w 351296"/>
              <a:gd name="connsiteY5" fmla="*/ 461045 h 519984"/>
              <a:gd name="connsiteX6" fmla="*/ 123 w 351296"/>
              <a:gd name="connsiteY6" fmla="*/ 227916 h 519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1296" h="519984">
                <a:moveTo>
                  <a:pt x="123" y="227916"/>
                </a:moveTo>
                <a:cubicBezTo>
                  <a:pt x="2991" y="157581"/>
                  <a:pt x="61690" y="76005"/>
                  <a:pt x="120181" y="39032"/>
                </a:cubicBezTo>
                <a:cubicBezTo>
                  <a:pt x="178672" y="2059"/>
                  <a:pt x="329882" y="-7968"/>
                  <a:pt x="351070" y="6076"/>
                </a:cubicBezTo>
                <a:cubicBezTo>
                  <a:pt x="350825" y="51075"/>
                  <a:pt x="352401" y="210812"/>
                  <a:pt x="349623" y="257643"/>
                </a:cubicBezTo>
                <a:cubicBezTo>
                  <a:pt x="346845" y="342574"/>
                  <a:pt x="348831" y="451613"/>
                  <a:pt x="346693" y="515663"/>
                </a:cubicBezTo>
                <a:cubicBezTo>
                  <a:pt x="323124" y="529707"/>
                  <a:pt x="160737" y="509003"/>
                  <a:pt x="102975" y="461045"/>
                </a:cubicBezTo>
                <a:cubicBezTo>
                  <a:pt x="45213" y="413087"/>
                  <a:pt x="-2745" y="298251"/>
                  <a:pt x="123" y="227916"/>
                </a:cubicBezTo>
                <a:close/>
              </a:path>
            </a:pathLst>
          </a:cu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es-A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3ECC75FE-57E5-78D0-13BA-E511B262B7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64456" y="715294"/>
            <a:ext cx="432000" cy="431649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endParaRPr lang="es-A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9C488D3-3EAC-9BA2-DA33-946AF06102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85212" y="1266012"/>
            <a:ext cx="432000" cy="431649"/>
          </a:xfrm>
          <a:prstGeom prst="ellipse">
            <a:avLst/>
          </a:prstGeom>
          <a:solidFill>
            <a:schemeClr val="bg1">
              <a:alpha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85000" lnSpcReduction="10000"/>
          </a:bodyPr>
          <a:lstStyle/>
          <a:p>
            <a:pPr algn="ctr"/>
            <a:endParaRPr lang="es-AR"/>
          </a:p>
        </p:txBody>
      </p:sp>
      <p:sp>
        <p:nvSpPr>
          <p:cNvPr id="17" name="TEXTO 2">
            <a:extLst>
              <a:ext uri="{FF2B5EF4-FFF2-40B4-BE49-F238E27FC236}">
                <a16:creationId xmlns:a16="http://schemas.microsoft.com/office/drawing/2014/main" id="{8B7A5671-1C8D-D34E-EEB7-69432DA60A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58721" y="7497396"/>
            <a:ext cx="7082321" cy="170566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prstTxWarp prst="textArchUp">
              <a:avLst>
                <a:gd name="adj" fmla="val 12358441"/>
              </a:avLst>
            </a:prstTxWarp>
            <a:normAutofit/>
          </a:bodyPr>
          <a:lstStyle/>
          <a:p>
            <a:pPr algn="ctr"/>
            <a:r>
              <a:rPr lang="es-AR" sz="3600" b="1" dirty="0">
                <a:solidFill>
                  <a:schemeClr val="bg1"/>
                </a:solidFill>
                <a:effectLst>
                  <a:glow rad="127000">
                    <a:schemeClr val="bg1">
                      <a:alpha val="5000"/>
                    </a:schemeClr>
                  </a:glow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¡LOS INVITO A FESTEJAR CONMIGO!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40BF84FF-6AE4-D3D7-53E2-C71EA347642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730176" y="8617912"/>
            <a:ext cx="0" cy="518910"/>
          </a:xfrm>
          <a:prstGeom prst="line">
            <a:avLst/>
          </a:prstGeom>
          <a:ln w="57150">
            <a:solidFill>
              <a:schemeClr val="bg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949B501E-9D48-2C70-EE5A-52DFA6F35ED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0346" y="8617912"/>
            <a:ext cx="0" cy="518910"/>
          </a:xfrm>
          <a:prstGeom prst="line">
            <a:avLst/>
          </a:prstGeom>
          <a:ln w="57150">
            <a:solidFill>
              <a:schemeClr val="bg1"/>
            </a:solidFill>
            <a:prstDash val="soli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O 6">
            <a:extLst>
              <a:ext uri="{FF2B5EF4-FFF2-40B4-BE49-F238E27FC236}">
                <a16:creationId xmlns:a16="http://schemas.microsoft.com/office/drawing/2014/main" id="{0F137D11-6C27-7039-9012-428F30ED62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822077" y="8468015"/>
            <a:ext cx="1886919" cy="8245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s-AR" sz="36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Junegull" panose="04010000000000000000" pitchFamily="82" charset="0"/>
              </a:rPr>
              <a:t>SABADO</a:t>
            </a:r>
          </a:p>
        </p:txBody>
      </p:sp>
      <p:sp>
        <p:nvSpPr>
          <p:cNvPr id="21" name="TEXTO 5">
            <a:extLst>
              <a:ext uri="{FF2B5EF4-FFF2-40B4-BE49-F238E27FC236}">
                <a16:creationId xmlns:a16="http://schemas.microsoft.com/office/drawing/2014/main" id="{F9966113-1AC1-7CE3-C430-F055233637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111105" y="8468015"/>
            <a:ext cx="1866580" cy="8245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s-AR" sz="36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Junegull" panose="04010000000000000000" pitchFamily="82" charset="0"/>
              </a:rPr>
              <a:t>AGOSTO</a:t>
            </a:r>
          </a:p>
        </p:txBody>
      </p:sp>
      <p:sp>
        <p:nvSpPr>
          <p:cNvPr id="22" name="TEXTO 4">
            <a:extLst>
              <a:ext uri="{FF2B5EF4-FFF2-40B4-BE49-F238E27FC236}">
                <a16:creationId xmlns:a16="http://schemas.microsoft.com/office/drawing/2014/main" id="{4793C2E3-87F6-3E52-8913-DB255C32CD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51356" y="8468015"/>
            <a:ext cx="1318232" cy="82450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4000" b="1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26</a:t>
            </a:r>
          </a:p>
        </p:txBody>
      </p:sp>
      <p:sp>
        <p:nvSpPr>
          <p:cNvPr id="23" name="TEXTO 3">
            <a:extLst>
              <a:ext uri="{FF2B5EF4-FFF2-40B4-BE49-F238E27FC236}">
                <a16:creationId xmlns:a16="http://schemas.microsoft.com/office/drawing/2014/main" id="{C1E226D6-2D32-E54B-75EB-3CC52B0263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0044" y="7866307"/>
            <a:ext cx="7559675" cy="5185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2400" b="1" spc="6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3:00 PM A 5:00 PM</a:t>
            </a:r>
          </a:p>
        </p:txBody>
      </p:sp>
      <p:sp>
        <p:nvSpPr>
          <p:cNvPr id="24" name="TEXTO 7">
            <a:extLst>
              <a:ext uri="{FF2B5EF4-FFF2-40B4-BE49-F238E27FC236}">
                <a16:creationId xmlns:a16="http://schemas.microsoft.com/office/drawing/2014/main" id="{71F656CC-83FE-1E4F-AA2A-B8EECA6CA1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20044" y="9317879"/>
            <a:ext cx="7538038" cy="87169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2000" b="1" spc="3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SALON “CASA DE PIRATAS” </a:t>
            </a:r>
          </a:p>
          <a:p>
            <a:pPr algn="ctr"/>
            <a:r>
              <a:rPr lang="es-AR" sz="2000" b="1" spc="3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EN AV. MITRE 1869</a:t>
            </a:r>
          </a:p>
        </p:txBody>
      </p:sp>
      <p:sp>
        <p:nvSpPr>
          <p:cNvPr id="25" name="TEXTO 8">
            <a:extLst>
              <a:ext uri="{FF2B5EF4-FFF2-40B4-BE49-F238E27FC236}">
                <a16:creationId xmlns:a16="http://schemas.microsoft.com/office/drawing/2014/main" id="{4BA75097-804A-AD13-BBE7-8D47255A7D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19181" y="10195869"/>
            <a:ext cx="7538901" cy="5050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s-AR" sz="2000" b="1" spc="300" dirty="0">
                <a:ln>
                  <a:solidFill>
                    <a:schemeClr val="bg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¡LOS ESPERO!</a:t>
            </a:r>
          </a:p>
        </p:txBody>
      </p:sp>
      <p:sp>
        <p:nvSpPr>
          <p:cNvPr id="26" name="TEXTO 1">
            <a:extLst>
              <a:ext uri="{FF2B5EF4-FFF2-40B4-BE49-F238E27FC236}">
                <a16:creationId xmlns:a16="http://schemas.microsoft.com/office/drawing/2014/main" id="{E3B805E3-3E86-5F49-12F5-C679164867A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10859" y="1367322"/>
            <a:ext cx="2048817" cy="139599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10000"/>
          </a:bodyPr>
          <a:lstStyle/>
          <a:p>
            <a:pPr algn="ctr"/>
            <a:r>
              <a:rPr lang="es-AR" sz="32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¡ES HORA DE FESTEJO!</a:t>
            </a:r>
          </a:p>
        </p:txBody>
      </p:sp>
      <p:sp>
        <p:nvSpPr>
          <p:cNvPr id="27" name="PNG 12">
            <a:extLst>
              <a:ext uri="{FF2B5EF4-FFF2-40B4-BE49-F238E27FC236}">
                <a16:creationId xmlns:a16="http://schemas.microsoft.com/office/drawing/2014/main" id="{1C4421A8-F61C-A367-7978-CC3B770C68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81336" y="482582"/>
            <a:ext cx="4495647" cy="475697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943"/>
          </a:p>
        </p:txBody>
      </p:sp>
      <p:sp>
        <p:nvSpPr>
          <p:cNvPr id="28" name="EDAD">
            <a:extLst>
              <a:ext uri="{FF2B5EF4-FFF2-40B4-BE49-F238E27FC236}">
                <a16:creationId xmlns:a16="http://schemas.microsoft.com/office/drawing/2014/main" id="{D5FB4798-4914-3CEE-DDAC-34D41A73C0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055637" y="2233796"/>
            <a:ext cx="1990107" cy="2849579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29" name="NOMBRE">
            <a:extLst>
              <a:ext uri="{FF2B5EF4-FFF2-40B4-BE49-F238E27FC236}">
                <a16:creationId xmlns:a16="http://schemas.microsoft.com/office/drawing/2014/main" id="{942A663F-8FB3-CF57-63A6-64ABB016C4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203886" y="4825522"/>
            <a:ext cx="4391991" cy="2663484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30" name="PNG LOGO">
            <a:extLst>
              <a:ext uri="{FF2B5EF4-FFF2-40B4-BE49-F238E27FC236}">
                <a16:creationId xmlns:a16="http://schemas.microsoft.com/office/drawing/2014/main" id="{32542EFA-2FCF-F7A4-CCBD-2BF9DA852C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12453" y="8241113"/>
            <a:ext cx="1051560" cy="10514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943"/>
          </a:p>
        </p:txBody>
      </p:sp>
      <p:sp>
        <p:nvSpPr>
          <p:cNvPr id="31" name="PNG LOGO">
            <a:extLst>
              <a:ext uri="{FF2B5EF4-FFF2-40B4-BE49-F238E27FC236}">
                <a16:creationId xmlns:a16="http://schemas.microsoft.com/office/drawing/2014/main" id="{A8DD7D94-7B75-4C7D-760A-6603C4AAC4E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956931" y="8176613"/>
            <a:ext cx="1051560" cy="10514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943"/>
          </a:p>
        </p:txBody>
      </p:sp>
      <p:sp>
        <p:nvSpPr>
          <p:cNvPr id="32" name="PNG LOGO">
            <a:extLst>
              <a:ext uri="{FF2B5EF4-FFF2-40B4-BE49-F238E27FC236}">
                <a16:creationId xmlns:a16="http://schemas.microsoft.com/office/drawing/2014/main" id="{1E48C760-E061-0F91-D030-5B71DF210F9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688636" y="81291"/>
            <a:ext cx="1051560" cy="105140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943"/>
          </a:p>
        </p:txBody>
      </p:sp>
    </p:spTree>
    <p:extLst>
      <p:ext uri="{BB962C8B-B14F-4D97-AF65-F5344CB8AC3E}">
        <p14:creationId xmlns:p14="http://schemas.microsoft.com/office/powerpoint/2010/main" val="2707799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6C393-F441-DBCC-F874-49A96EB9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NDO 1">
            <a:extLst>
              <a:ext uri="{FF2B5EF4-FFF2-40B4-BE49-F238E27FC236}">
                <a16:creationId xmlns:a16="http://schemas.microsoft.com/office/drawing/2014/main" id="{FB6D80DA-F008-AA23-6692-310A3DB5B8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5487" y="1450844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4" name="FONDO 5">
            <a:extLst>
              <a:ext uri="{FF2B5EF4-FFF2-40B4-BE49-F238E27FC236}">
                <a16:creationId xmlns:a16="http://schemas.microsoft.com/office/drawing/2014/main" id="{C29E7AF4-346A-5527-A9A8-40DC0DDB2D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53414" y="6334790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5" name="FONDO 4">
            <a:extLst>
              <a:ext uri="{FF2B5EF4-FFF2-40B4-BE49-F238E27FC236}">
                <a16:creationId xmlns:a16="http://schemas.microsoft.com/office/drawing/2014/main" id="{34756837-0E46-CE97-90B8-20EC60207F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53414" y="3853426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6" name="FONDO 6">
            <a:extLst>
              <a:ext uri="{FF2B5EF4-FFF2-40B4-BE49-F238E27FC236}">
                <a16:creationId xmlns:a16="http://schemas.microsoft.com/office/drawing/2014/main" id="{95F142DD-E103-5E14-47AE-EAE95D178C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28373" y="6335959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7" name="FONDO 3">
            <a:extLst>
              <a:ext uri="{FF2B5EF4-FFF2-40B4-BE49-F238E27FC236}">
                <a16:creationId xmlns:a16="http://schemas.microsoft.com/office/drawing/2014/main" id="{C3EB5485-E393-46C4-6C3A-08F62B9BC7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37652" y="3853961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8" name="FONDO 2">
            <a:extLst>
              <a:ext uri="{FF2B5EF4-FFF2-40B4-BE49-F238E27FC236}">
                <a16:creationId xmlns:a16="http://schemas.microsoft.com/office/drawing/2014/main" id="{20D6C825-E32B-BDF2-7EBD-E9AADD03CB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425995" y="1471417"/>
            <a:ext cx="2275937" cy="226360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800">
              <a:noFill/>
            </a:endParaRPr>
          </a:p>
        </p:txBody>
      </p:sp>
      <p:sp>
        <p:nvSpPr>
          <p:cNvPr id="9" name="COLOR 1">
            <a:extLst>
              <a:ext uri="{FF2B5EF4-FFF2-40B4-BE49-F238E27FC236}">
                <a16:creationId xmlns:a16="http://schemas.microsoft.com/office/drawing/2014/main" id="{63E68E3F-93D9-AE2D-237F-89667D0D61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67755" y="172678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1EA1AE"/>
                </a:solidFill>
                <a:latin typeface="Amatic" pitchFamily="2" charset="0"/>
              </a:rPr>
              <a:t>ETIQUETA  PARAGÜITAS</a:t>
            </a:r>
          </a:p>
        </p:txBody>
      </p:sp>
      <p:sp>
        <p:nvSpPr>
          <p:cNvPr id="10" name="COLOR 1">
            <a:extLst>
              <a:ext uri="{FF2B5EF4-FFF2-40B4-BE49-F238E27FC236}">
                <a16:creationId xmlns:a16="http://schemas.microsoft.com/office/drawing/2014/main" id="{72C9846A-78C7-A612-6D94-C8BBA86B365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328331" y="9284383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1EA1AE"/>
                </a:solidFill>
                <a:latin typeface="Amatic" pitchFamily="2" charset="0"/>
              </a:rPr>
              <a:t>CIRCULOS  MULTIUSOS</a:t>
            </a:r>
          </a:p>
        </p:txBody>
      </p:sp>
      <p:sp>
        <p:nvSpPr>
          <p:cNvPr id="11" name="COLOR 1">
            <a:extLst>
              <a:ext uri="{FF2B5EF4-FFF2-40B4-BE49-F238E27FC236}">
                <a16:creationId xmlns:a16="http://schemas.microsoft.com/office/drawing/2014/main" id="{991D9333-F389-C667-D1D1-089FE27093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160746" flipH="1">
            <a:off x="8897264" y="8979086"/>
            <a:ext cx="1256212" cy="666443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3AA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COLOR 1">
            <a:extLst>
              <a:ext uri="{FF2B5EF4-FFF2-40B4-BE49-F238E27FC236}">
                <a16:creationId xmlns:a16="http://schemas.microsoft.com/office/drawing/2014/main" id="{4C23C784-5C9C-3D2B-6BAC-8FC98B3E35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160746" flipH="1">
            <a:off x="8999832" y="9653992"/>
            <a:ext cx="198756" cy="305981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3AA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" name="COLOR 1">
            <a:extLst>
              <a:ext uri="{FF2B5EF4-FFF2-40B4-BE49-F238E27FC236}">
                <a16:creationId xmlns:a16="http://schemas.microsoft.com/office/drawing/2014/main" id="{32FEA2F8-A496-6F60-F372-A8E0F8DC83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8629916" flipH="1">
            <a:off x="1048369" y="904558"/>
            <a:ext cx="1217430" cy="697984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3AA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4" name="COLOR 1">
            <a:extLst>
              <a:ext uri="{FF2B5EF4-FFF2-40B4-BE49-F238E27FC236}">
                <a16:creationId xmlns:a16="http://schemas.microsoft.com/office/drawing/2014/main" id="{CB1A0861-DDD3-64A7-F2B6-D906BA7047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8629916" flipH="1">
            <a:off x="1850467" y="519974"/>
            <a:ext cx="192619" cy="320462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3AA3A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5" name="COLOR 1">
            <a:extLst>
              <a:ext uri="{FF2B5EF4-FFF2-40B4-BE49-F238E27FC236}">
                <a16:creationId xmlns:a16="http://schemas.microsoft.com/office/drawing/2014/main" id="{D4FD2B47-A249-7F63-1B25-8E4FE0EB37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10066864"/>
            <a:ext cx="3103125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23A2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8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16" name="FONDO 2">
            <a:extLst>
              <a:ext uri="{FF2B5EF4-FFF2-40B4-BE49-F238E27FC236}">
                <a16:creationId xmlns:a16="http://schemas.microsoft.com/office/drawing/2014/main" id="{5F05F221-4E73-554D-E743-42779585B7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590421">
            <a:off x="72576" y="1084664"/>
            <a:ext cx="4279091" cy="3993283"/>
          </a:xfrm>
          <a:custGeom>
            <a:avLst/>
            <a:gdLst>
              <a:gd name="connsiteX0" fmla="*/ 0 w 2778608"/>
              <a:gd name="connsiteY0" fmla="*/ 2551924 h 2551924"/>
              <a:gd name="connsiteX1" fmla="*/ 1389304 w 2778608"/>
              <a:gd name="connsiteY1" fmla="*/ 0 h 2551924"/>
              <a:gd name="connsiteX2" fmla="*/ 2778608 w 2778608"/>
              <a:gd name="connsiteY2" fmla="*/ 2551924 h 2551924"/>
              <a:gd name="connsiteX3" fmla="*/ 0 w 2778608"/>
              <a:gd name="connsiteY3" fmla="*/ 2551924 h 2551924"/>
              <a:gd name="connsiteX0" fmla="*/ 0 w 2778608"/>
              <a:gd name="connsiteY0" fmla="*/ 2604312 h 2604312"/>
              <a:gd name="connsiteX1" fmla="*/ 1439311 w 2778608"/>
              <a:gd name="connsiteY1" fmla="*/ 0 h 2604312"/>
              <a:gd name="connsiteX2" fmla="*/ 2778608 w 2778608"/>
              <a:gd name="connsiteY2" fmla="*/ 2604312 h 2604312"/>
              <a:gd name="connsiteX3" fmla="*/ 0 w 2778608"/>
              <a:gd name="connsiteY3" fmla="*/ 2604312 h 2604312"/>
              <a:gd name="connsiteX0" fmla="*/ 0 w 2933389"/>
              <a:gd name="connsiteY0" fmla="*/ 2604312 h 2604312"/>
              <a:gd name="connsiteX1" fmla="*/ 1439311 w 2933389"/>
              <a:gd name="connsiteY1" fmla="*/ 0 h 2604312"/>
              <a:gd name="connsiteX2" fmla="*/ 2933389 w 2933389"/>
              <a:gd name="connsiteY2" fmla="*/ 2375712 h 2604312"/>
              <a:gd name="connsiteX3" fmla="*/ 0 w 2933389"/>
              <a:gd name="connsiteY3" fmla="*/ 2604312 h 2604312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0 w 2995301"/>
              <a:gd name="connsiteY3" fmla="*/ 2385237 h 2385237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1499171 w 2995301"/>
              <a:gd name="connsiteY3" fmla="*/ 2376139 h 2385237"/>
              <a:gd name="connsiteX4" fmla="*/ 0 w 2995301"/>
              <a:gd name="connsiteY4" fmla="*/ 2385237 h 2385237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3012792"/>
              <a:gd name="connsiteY0" fmla="*/ 2385237 h 2802167"/>
              <a:gd name="connsiteX1" fmla="*/ 1501223 w 3012792"/>
              <a:gd name="connsiteY1" fmla="*/ 0 h 2802167"/>
              <a:gd name="connsiteX2" fmla="*/ 2995301 w 3012792"/>
              <a:gd name="connsiteY2" fmla="*/ 2375712 h 2802167"/>
              <a:gd name="connsiteX3" fmla="*/ 2268315 w 3012792"/>
              <a:gd name="connsiteY3" fmla="*/ 2623789 h 2802167"/>
              <a:gd name="connsiteX4" fmla="*/ 1506315 w 3012792"/>
              <a:gd name="connsiteY4" fmla="*/ 2795239 h 2802167"/>
              <a:gd name="connsiteX5" fmla="*/ 0 w 3012792"/>
              <a:gd name="connsiteY5" fmla="*/ 2385237 h 2802167"/>
              <a:gd name="connsiteX0" fmla="*/ 0 w 3014319"/>
              <a:gd name="connsiteY0" fmla="*/ 2385237 h 2804558"/>
              <a:gd name="connsiteX1" fmla="*/ 1501223 w 3014319"/>
              <a:gd name="connsiteY1" fmla="*/ 0 h 2804558"/>
              <a:gd name="connsiteX2" fmla="*/ 2995301 w 3014319"/>
              <a:gd name="connsiteY2" fmla="*/ 2375712 h 2804558"/>
              <a:gd name="connsiteX3" fmla="*/ 2325465 w 3014319"/>
              <a:gd name="connsiteY3" fmla="*/ 2669032 h 2804558"/>
              <a:gd name="connsiteX4" fmla="*/ 1506315 w 3014319"/>
              <a:gd name="connsiteY4" fmla="*/ 2795239 h 2804558"/>
              <a:gd name="connsiteX5" fmla="*/ 0 w 3014319"/>
              <a:gd name="connsiteY5" fmla="*/ 2385237 h 2804558"/>
              <a:gd name="connsiteX0" fmla="*/ 0 w 3014319"/>
              <a:gd name="connsiteY0" fmla="*/ 2385237 h 2795239"/>
              <a:gd name="connsiteX1" fmla="*/ 1501223 w 3014319"/>
              <a:gd name="connsiteY1" fmla="*/ 0 h 2795239"/>
              <a:gd name="connsiteX2" fmla="*/ 2995301 w 3014319"/>
              <a:gd name="connsiteY2" fmla="*/ 2375712 h 2795239"/>
              <a:gd name="connsiteX3" fmla="*/ 2325465 w 3014319"/>
              <a:gd name="connsiteY3" fmla="*/ 2669032 h 2795239"/>
              <a:gd name="connsiteX4" fmla="*/ 1506315 w 3014319"/>
              <a:gd name="connsiteY4" fmla="*/ 2795239 h 2795239"/>
              <a:gd name="connsiteX5" fmla="*/ 0 w 3014319"/>
              <a:gd name="connsiteY5" fmla="*/ 2385237 h 2795239"/>
              <a:gd name="connsiteX0" fmla="*/ 0 w 3012613"/>
              <a:gd name="connsiteY0" fmla="*/ 2385237 h 2795239"/>
              <a:gd name="connsiteX1" fmla="*/ 1501223 w 3012613"/>
              <a:gd name="connsiteY1" fmla="*/ 0 h 2795239"/>
              <a:gd name="connsiteX2" fmla="*/ 2995301 w 3012613"/>
              <a:gd name="connsiteY2" fmla="*/ 2375712 h 2795239"/>
              <a:gd name="connsiteX3" fmla="*/ 2325465 w 3012613"/>
              <a:gd name="connsiteY3" fmla="*/ 2669032 h 2795239"/>
              <a:gd name="connsiteX4" fmla="*/ 1506315 w 3012613"/>
              <a:gd name="connsiteY4" fmla="*/ 2795239 h 2795239"/>
              <a:gd name="connsiteX5" fmla="*/ 0 w 3012613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710976 w 2995301"/>
              <a:gd name="connsiteY5" fmla="*/ 2578545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5301" h="2795239">
                <a:moveTo>
                  <a:pt x="0" y="2385237"/>
                </a:moveTo>
                <a:lnTo>
                  <a:pt x="1501223" y="0"/>
                </a:lnTo>
                <a:lnTo>
                  <a:pt x="2995301" y="2375712"/>
                </a:lnTo>
                <a:cubicBezTo>
                  <a:pt x="2811206" y="2510591"/>
                  <a:pt x="2526004" y="2601493"/>
                  <a:pt x="2325465" y="2669032"/>
                </a:cubicBezTo>
                <a:cubicBezTo>
                  <a:pt x="1941570" y="2767528"/>
                  <a:pt x="1896274" y="2768324"/>
                  <a:pt x="1506315" y="2795239"/>
                </a:cubicBezTo>
                <a:cubicBezTo>
                  <a:pt x="1218977" y="2784920"/>
                  <a:pt x="957832" y="2748408"/>
                  <a:pt x="694307" y="2678558"/>
                </a:cubicBezTo>
                <a:cubicBezTo>
                  <a:pt x="431914" y="2595072"/>
                  <a:pt x="231436" y="2494917"/>
                  <a:pt x="0" y="238523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000">
              <a:noFill/>
            </a:endParaRPr>
          </a:p>
        </p:txBody>
      </p:sp>
      <p:sp>
        <p:nvSpPr>
          <p:cNvPr id="17" name="FONDO 3">
            <a:extLst>
              <a:ext uri="{FF2B5EF4-FFF2-40B4-BE49-F238E27FC236}">
                <a16:creationId xmlns:a16="http://schemas.microsoft.com/office/drawing/2014/main" id="{4CD23E97-E4F1-1DB1-3B2C-ACD8F96D77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44457" y="2993160"/>
            <a:ext cx="4279091" cy="3993283"/>
          </a:xfrm>
          <a:custGeom>
            <a:avLst/>
            <a:gdLst>
              <a:gd name="connsiteX0" fmla="*/ 0 w 2778608"/>
              <a:gd name="connsiteY0" fmla="*/ 2551924 h 2551924"/>
              <a:gd name="connsiteX1" fmla="*/ 1389304 w 2778608"/>
              <a:gd name="connsiteY1" fmla="*/ 0 h 2551924"/>
              <a:gd name="connsiteX2" fmla="*/ 2778608 w 2778608"/>
              <a:gd name="connsiteY2" fmla="*/ 2551924 h 2551924"/>
              <a:gd name="connsiteX3" fmla="*/ 0 w 2778608"/>
              <a:gd name="connsiteY3" fmla="*/ 2551924 h 2551924"/>
              <a:gd name="connsiteX0" fmla="*/ 0 w 2778608"/>
              <a:gd name="connsiteY0" fmla="*/ 2604312 h 2604312"/>
              <a:gd name="connsiteX1" fmla="*/ 1439311 w 2778608"/>
              <a:gd name="connsiteY1" fmla="*/ 0 h 2604312"/>
              <a:gd name="connsiteX2" fmla="*/ 2778608 w 2778608"/>
              <a:gd name="connsiteY2" fmla="*/ 2604312 h 2604312"/>
              <a:gd name="connsiteX3" fmla="*/ 0 w 2778608"/>
              <a:gd name="connsiteY3" fmla="*/ 2604312 h 2604312"/>
              <a:gd name="connsiteX0" fmla="*/ 0 w 2933389"/>
              <a:gd name="connsiteY0" fmla="*/ 2604312 h 2604312"/>
              <a:gd name="connsiteX1" fmla="*/ 1439311 w 2933389"/>
              <a:gd name="connsiteY1" fmla="*/ 0 h 2604312"/>
              <a:gd name="connsiteX2" fmla="*/ 2933389 w 2933389"/>
              <a:gd name="connsiteY2" fmla="*/ 2375712 h 2604312"/>
              <a:gd name="connsiteX3" fmla="*/ 0 w 2933389"/>
              <a:gd name="connsiteY3" fmla="*/ 2604312 h 2604312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0 w 2995301"/>
              <a:gd name="connsiteY3" fmla="*/ 2385237 h 2385237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1499171 w 2995301"/>
              <a:gd name="connsiteY3" fmla="*/ 2376139 h 2385237"/>
              <a:gd name="connsiteX4" fmla="*/ 0 w 2995301"/>
              <a:gd name="connsiteY4" fmla="*/ 2385237 h 2385237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3012792"/>
              <a:gd name="connsiteY0" fmla="*/ 2385237 h 2802167"/>
              <a:gd name="connsiteX1" fmla="*/ 1501223 w 3012792"/>
              <a:gd name="connsiteY1" fmla="*/ 0 h 2802167"/>
              <a:gd name="connsiteX2" fmla="*/ 2995301 w 3012792"/>
              <a:gd name="connsiteY2" fmla="*/ 2375712 h 2802167"/>
              <a:gd name="connsiteX3" fmla="*/ 2268315 w 3012792"/>
              <a:gd name="connsiteY3" fmla="*/ 2623789 h 2802167"/>
              <a:gd name="connsiteX4" fmla="*/ 1506315 w 3012792"/>
              <a:gd name="connsiteY4" fmla="*/ 2795239 h 2802167"/>
              <a:gd name="connsiteX5" fmla="*/ 0 w 3012792"/>
              <a:gd name="connsiteY5" fmla="*/ 2385237 h 2802167"/>
              <a:gd name="connsiteX0" fmla="*/ 0 w 3014319"/>
              <a:gd name="connsiteY0" fmla="*/ 2385237 h 2804558"/>
              <a:gd name="connsiteX1" fmla="*/ 1501223 w 3014319"/>
              <a:gd name="connsiteY1" fmla="*/ 0 h 2804558"/>
              <a:gd name="connsiteX2" fmla="*/ 2995301 w 3014319"/>
              <a:gd name="connsiteY2" fmla="*/ 2375712 h 2804558"/>
              <a:gd name="connsiteX3" fmla="*/ 2325465 w 3014319"/>
              <a:gd name="connsiteY3" fmla="*/ 2669032 h 2804558"/>
              <a:gd name="connsiteX4" fmla="*/ 1506315 w 3014319"/>
              <a:gd name="connsiteY4" fmla="*/ 2795239 h 2804558"/>
              <a:gd name="connsiteX5" fmla="*/ 0 w 3014319"/>
              <a:gd name="connsiteY5" fmla="*/ 2385237 h 2804558"/>
              <a:gd name="connsiteX0" fmla="*/ 0 w 3014319"/>
              <a:gd name="connsiteY0" fmla="*/ 2385237 h 2795239"/>
              <a:gd name="connsiteX1" fmla="*/ 1501223 w 3014319"/>
              <a:gd name="connsiteY1" fmla="*/ 0 h 2795239"/>
              <a:gd name="connsiteX2" fmla="*/ 2995301 w 3014319"/>
              <a:gd name="connsiteY2" fmla="*/ 2375712 h 2795239"/>
              <a:gd name="connsiteX3" fmla="*/ 2325465 w 3014319"/>
              <a:gd name="connsiteY3" fmla="*/ 2669032 h 2795239"/>
              <a:gd name="connsiteX4" fmla="*/ 1506315 w 3014319"/>
              <a:gd name="connsiteY4" fmla="*/ 2795239 h 2795239"/>
              <a:gd name="connsiteX5" fmla="*/ 0 w 3014319"/>
              <a:gd name="connsiteY5" fmla="*/ 2385237 h 2795239"/>
              <a:gd name="connsiteX0" fmla="*/ 0 w 3012613"/>
              <a:gd name="connsiteY0" fmla="*/ 2385237 h 2795239"/>
              <a:gd name="connsiteX1" fmla="*/ 1501223 w 3012613"/>
              <a:gd name="connsiteY1" fmla="*/ 0 h 2795239"/>
              <a:gd name="connsiteX2" fmla="*/ 2995301 w 3012613"/>
              <a:gd name="connsiteY2" fmla="*/ 2375712 h 2795239"/>
              <a:gd name="connsiteX3" fmla="*/ 2325465 w 3012613"/>
              <a:gd name="connsiteY3" fmla="*/ 2669032 h 2795239"/>
              <a:gd name="connsiteX4" fmla="*/ 1506315 w 3012613"/>
              <a:gd name="connsiteY4" fmla="*/ 2795239 h 2795239"/>
              <a:gd name="connsiteX5" fmla="*/ 0 w 3012613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710976 w 2995301"/>
              <a:gd name="connsiteY5" fmla="*/ 2578545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5301" h="2795239">
                <a:moveTo>
                  <a:pt x="0" y="2385237"/>
                </a:moveTo>
                <a:lnTo>
                  <a:pt x="1501223" y="0"/>
                </a:lnTo>
                <a:lnTo>
                  <a:pt x="2995301" y="2375712"/>
                </a:lnTo>
                <a:cubicBezTo>
                  <a:pt x="2811206" y="2510591"/>
                  <a:pt x="2526004" y="2601493"/>
                  <a:pt x="2325465" y="2669032"/>
                </a:cubicBezTo>
                <a:cubicBezTo>
                  <a:pt x="1941570" y="2767528"/>
                  <a:pt x="1896274" y="2768324"/>
                  <a:pt x="1506315" y="2795239"/>
                </a:cubicBezTo>
                <a:cubicBezTo>
                  <a:pt x="1218977" y="2784920"/>
                  <a:pt x="957832" y="2748408"/>
                  <a:pt x="694307" y="2678558"/>
                </a:cubicBezTo>
                <a:cubicBezTo>
                  <a:pt x="431914" y="2595072"/>
                  <a:pt x="231436" y="2494917"/>
                  <a:pt x="0" y="238523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2000">
              <a:noFill/>
            </a:endParaRPr>
          </a:p>
        </p:txBody>
      </p:sp>
      <p:sp>
        <p:nvSpPr>
          <p:cNvPr id="18" name="FONDO 1">
            <a:extLst>
              <a:ext uri="{FF2B5EF4-FFF2-40B4-BE49-F238E27FC236}">
                <a16:creationId xmlns:a16="http://schemas.microsoft.com/office/drawing/2014/main" id="{C99CBB8B-1DEA-599A-A1A9-7BFA7CF789F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19373">
            <a:off x="203834" y="5694054"/>
            <a:ext cx="4279091" cy="3993283"/>
          </a:xfrm>
          <a:custGeom>
            <a:avLst/>
            <a:gdLst>
              <a:gd name="connsiteX0" fmla="*/ 0 w 2778608"/>
              <a:gd name="connsiteY0" fmla="*/ 2551924 h 2551924"/>
              <a:gd name="connsiteX1" fmla="*/ 1389304 w 2778608"/>
              <a:gd name="connsiteY1" fmla="*/ 0 h 2551924"/>
              <a:gd name="connsiteX2" fmla="*/ 2778608 w 2778608"/>
              <a:gd name="connsiteY2" fmla="*/ 2551924 h 2551924"/>
              <a:gd name="connsiteX3" fmla="*/ 0 w 2778608"/>
              <a:gd name="connsiteY3" fmla="*/ 2551924 h 2551924"/>
              <a:gd name="connsiteX0" fmla="*/ 0 w 2778608"/>
              <a:gd name="connsiteY0" fmla="*/ 2604312 h 2604312"/>
              <a:gd name="connsiteX1" fmla="*/ 1439311 w 2778608"/>
              <a:gd name="connsiteY1" fmla="*/ 0 h 2604312"/>
              <a:gd name="connsiteX2" fmla="*/ 2778608 w 2778608"/>
              <a:gd name="connsiteY2" fmla="*/ 2604312 h 2604312"/>
              <a:gd name="connsiteX3" fmla="*/ 0 w 2778608"/>
              <a:gd name="connsiteY3" fmla="*/ 2604312 h 2604312"/>
              <a:gd name="connsiteX0" fmla="*/ 0 w 2933389"/>
              <a:gd name="connsiteY0" fmla="*/ 2604312 h 2604312"/>
              <a:gd name="connsiteX1" fmla="*/ 1439311 w 2933389"/>
              <a:gd name="connsiteY1" fmla="*/ 0 h 2604312"/>
              <a:gd name="connsiteX2" fmla="*/ 2933389 w 2933389"/>
              <a:gd name="connsiteY2" fmla="*/ 2375712 h 2604312"/>
              <a:gd name="connsiteX3" fmla="*/ 0 w 2933389"/>
              <a:gd name="connsiteY3" fmla="*/ 2604312 h 2604312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0 w 2995301"/>
              <a:gd name="connsiteY3" fmla="*/ 2385237 h 2385237"/>
              <a:gd name="connsiteX0" fmla="*/ 0 w 2995301"/>
              <a:gd name="connsiteY0" fmla="*/ 2385237 h 2385237"/>
              <a:gd name="connsiteX1" fmla="*/ 1501223 w 2995301"/>
              <a:gd name="connsiteY1" fmla="*/ 0 h 2385237"/>
              <a:gd name="connsiteX2" fmla="*/ 2995301 w 2995301"/>
              <a:gd name="connsiteY2" fmla="*/ 2375712 h 2385237"/>
              <a:gd name="connsiteX3" fmla="*/ 1499171 w 2995301"/>
              <a:gd name="connsiteY3" fmla="*/ 2376139 h 2385237"/>
              <a:gd name="connsiteX4" fmla="*/ 0 w 2995301"/>
              <a:gd name="connsiteY4" fmla="*/ 2385237 h 2385237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1506315 w 2995301"/>
              <a:gd name="connsiteY3" fmla="*/ 2795239 h 2795239"/>
              <a:gd name="connsiteX4" fmla="*/ 0 w 2995301"/>
              <a:gd name="connsiteY4" fmla="*/ 2385237 h 2795239"/>
              <a:gd name="connsiteX0" fmla="*/ 0 w 3012792"/>
              <a:gd name="connsiteY0" fmla="*/ 2385237 h 2802167"/>
              <a:gd name="connsiteX1" fmla="*/ 1501223 w 3012792"/>
              <a:gd name="connsiteY1" fmla="*/ 0 h 2802167"/>
              <a:gd name="connsiteX2" fmla="*/ 2995301 w 3012792"/>
              <a:gd name="connsiteY2" fmla="*/ 2375712 h 2802167"/>
              <a:gd name="connsiteX3" fmla="*/ 2268315 w 3012792"/>
              <a:gd name="connsiteY3" fmla="*/ 2623789 h 2802167"/>
              <a:gd name="connsiteX4" fmla="*/ 1506315 w 3012792"/>
              <a:gd name="connsiteY4" fmla="*/ 2795239 h 2802167"/>
              <a:gd name="connsiteX5" fmla="*/ 0 w 3012792"/>
              <a:gd name="connsiteY5" fmla="*/ 2385237 h 2802167"/>
              <a:gd name="connsiteX0" fmla="*/ 0 w 3014319"/>
              <a:gd name="connsiteY0" fmla="*/ 2385237 h 2804558"/>
              <a:gd name="connsiteX1" fmla="*/ 1501223 w 3014319"/>
              <a:gd name="connsiteY1" fmla="*/ 0 h 2804558"/>
              <a:gd name="connsiteX2" fmla="*/ 2995301 w 3014319"/>
              <a:gd name="connsiteY2" fmla="*/ 2375712 h 2804558"/>
              <a:gd name="connsiteX3" fmla="*/ 2325465 w 3014319"/>
              <a:gd name="connsiteY3" fmla="*/ 2669032 h 2804558"/>
              <a:gd name="connsiteX4" fmla="*/ 1506315 w 3014319"/>
              <a:gd name="connsiteY4" fmla="*/ 2795239 h 2804558"/>
              <a:gd name="connsiteX5" fmla="*/ 0 w 3014319"/>
              <a:gd name="connsiteY5" fmla="*/ 2385237 h 2804558"/>
              <a:gd name="connsiteX0" fmla="*/ 0 w 3014319"/>
              <a:gd name="connsiteY0" fmla="*/ 2385237 h 2795239"/>
              <a:gd name="connsiteX1" fmla="*/ 1501223 w 3014319"/>
              <a:gd name="connsiteY1" fmla="*/ 0 h 2795239"/>
              <a:gd name="connsiteX2" fmla="*/ 2995301 w 3014319"/>
              <a:gd name="connsiteY2" fmla="*/ 2375712 h 2795239"/>
              <a:gd name="connsiteX3" fmla="*/ 2325465 w 3014319"/>
              <a:gd name="connsiteY3" fmla="*/ 2669032 h 2795239"/>
              <a:gd name="connsiteX4" fmla="*/ 1506315 w 3014319"/>
              <a:gd name="connsiteY4" fmla="*/ 2795239 h 2795239"/>
              <a:gd name="connsiteX5" fmla="*/ 0 w 3014319"/>
              <a:gd name="connsiteY5" fmla="*/ 2385237 h 2795239"/>
              <a:gd name="connsiteX0" fmla="*/ 0 w 3012613"/>
              <a:gd name="connsiteY0" fmla="*/ 2385237 h 2795239"/>
              <a:gd name="connsiteX1" fmla="*/ 1501223 w 3012613"/>
              <a:gd name="connsiteY1" fmla="*/ 0 h 2795239"/>
              <a:gd name="connsiteX2" fmla="*/ 2995301 w 3012613"/>
              <a:gd name="connsiteY2" fmla="*/ 2375712 h 2795239"/>
              <a:gd name="connsiteX3" fmla="*/ 2325465 w 3012613"/>
              <a:gd name="connsiteY3" fmla="*/ 2669032 h 2795239"/>
              <a:gd name="connsiteX4" fmla="*/ 1506315 w 3012613"/>
              <a:gd name="connsiteY4" fmla="*/ 2795239 h 2795239"/>
              <a:gd name="connsiteX5" fmla="*/ 0 w 3012613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0 w 2995301"/>
              <a:gd name="connsiteY5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710976 w 2995301"/>
              <a:gd name="connsiteY5" fmla="*/ 2578545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  <a:gd name="connsiteX0" fmla="*/ 0 w 2995301"/>
              <a:gd name="connsiteY0" fmla="*/ 2385237 h 2795239"/>
              <a:gd name="connsiteX1" fmla="*/ 1501223 w 2995301"/>
              <a:gd name="connsiteY1" fmla="*/ 0 h 2795239"/>
              <a:gd name="connsiteX2" fmla="*/ 2995301 w 2995301"/>
              <a:gd name="connsiteY2" fmla="*/ 2375712 h 2795239"/>
              <a:gd name="connsiteX3" fmla="*/ 2325465 w 2995301"/>
              <a:gd name="connsiteY3" fmla="*/ 2669032 h 2795239"/>
              <a:gd name="connsiteX4" fmla="*/ 1506315 w 2995301"/>
              <a:gd name="connsiteY4" fmla="*/ 2795239 h 2795239"/>
              <a:gd name="connsiteX5" fmla="*/ 694307 w 2995301"/>
              <a:gd name="connsiteY5" fmla="*/ 2678558 h 2795239"/>
              <a:gd name="connsiteX6" fmla="*/ 0 w 2995301"/>
              <a:gd name="connsiteY6" fmla="*/ 2385237 h 2795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995301" h="2795239">
                <a:moveTo>
                  <a:pt x="0" y="2385237"/>
                </a:moveTo>
                <a:lnTo>
                  <a:pt x="1501223" y="0"/>
                </a:lnTo>
                <a:lnTo>
                  <a:pt x="2995301" y="2375712"/>
                </a:lnTo>
                <a:cubicBezTo>
                  <a:pt x="2811206" y="2510591"/>
                  <a:pt x="2526004" y="2601493"/>
                  <a:pt x="2325465" y="2669032"/>
                </a:cubicBezTo>
                <a:cubicBezTo>
                  <a:pt x="1941570" y="2767528"/>
                  <a:pt x="1896274" y="2768324"/>
                  <a:pt x="1506315" y="2795239"/>
                </a:cubicBezTo>
                <a:cubicBezTo>
                  <a:pt x="1218977" y="2784920"/>
                  <a:pt x="957832" y="2748408"/>
                  <a:pt x="694307" y="2678558"/>
                </a:cubicBezTo>
                <a:cubicBezTo>
                  <a:pt x="431914" y="2595072"/>
                  <a:pt x="231436" y="2494917"/>
                  <a:pt x="0" y="2385237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>
              <a:noFill/>
            </a:endParaRPr>
          </a:p>
        </p:txBody>
      </p:sp>
      <p:sp>
        <p:nvSpPr>
          <p:cNvPr id="20" name="PNG 5">
            <a:extLst>
              <a:ext uri="{FF2B5EF4-FFF2-40B4-BE49-F238E27FC236}">
                <a16:creationId xmlns:a16="http://schemas.microsoft.com/office/drawing/2014/main" id="{164BF538-B4DF-DCE1-F0E8-44335FEBF2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32677" y="2313186"/>
            <a:ext cx="1748029" cy="17486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1" name="PNG 2">
            <a:extLst>
              <a:ext uri="{FF2B5EF4-FFF2-40B4-BE49-F238E27FC236}">
                <a16:creationId xmlns:a16="http://schemas.microsoft.com/office/drawing/2014/main" id="{4FBFDF8C-3CC1-3B94-9231-DC47EE8E17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486341" y="6878703"/>
            <a:ext cx="1748029" cy="17486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2" name="PNG 3">
            <a:extLst>
              <a:ext uri="{FF2B5EF4-FFF2-40B4-BE49-F238E27FC236}">
                <a16:creationId xmlns:a16="http://schemas.microsoft.com/office/drawing/2014/main" id="{6C1EFCAE-8321-B0A9-3380-B779B570F65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47553" y="1833763"/>
            <a:ext cx="1563404" cy="1539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3" name="PNG 4">
            <a:extLst>
              <a:ext uri="{FF2B5EF4-FFF2-40B4-BE49-F238E27FC236}">
                <a16:creationId xmlns:a16="http://schemas.microsoft.com/office/drawing/2014/main" id="{62F75310-8460-90C7-0A61-330E4D8EB5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11830" y="4197040"/>
            <a:ext cx="1748608" cy="174802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4" name="PNG 5">
            <a:extLst>
              <a:ext uri="{FF2B5EF4-FFF2-40B4-BE49-F238E27FC236}">
                <a16:creationId xmlns:a16="http://schemas.microsoft.com/office/drawing/2014/main" id="{570EF35D-A7C7-490A-360C-FDDB1CFE051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95523" y="4136942"/>
            <a:ext cx="1563404" cy="1539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5" name="PNG 6">
            <a:extLst>
              <a:ext uri="{FF2B5EF4-FFF2-40B4-BE49-F238E27FC236}">
                <a16:creationId xmlns:a16="http://schemas.microsoft.com/office/drawing/2014/main" id="{C9855E3F-8227-F069-4E38-0EEAD79B8C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1680" y="4119261"/>
            <a:ext cx="1563404" cy="1539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6" name="PNG 7">
            <a:extLst>
              <a:ext uri="{FF2B5EF4-FFF2-40B4-BE49-F238E27FC236}">
                <a16:creationId xmlns:a16="http://schemas.microsoft.com/office/drawing/2014/main" id="{5F70F904-F607-2B43-D6B7-CD55302E66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12872" y="6623398"/>
            <a:ext cx="1563404" cy="1539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7" name="PNG 8">
            <a:extLst>
              <a:ext uri="{FF2B5EF4-FFF2-40B4-BE49-F238E27FC236}">
                <a16:creationId xmlns:a16="http://schemas.microsoft.com/office/drawing/2014/main" id="{9871187E-3886-9C1A-655C-D63DE8F17A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82189" y="6628629"/>
            <a:ext cx="1563404" cy="15392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8" name="NOMBRE">
            <a:extLst>
              <a:ext uri="{FF2B5EF4-FFF2-40B4-BE49-F238E27FC236}">
                <a16:creationId xmlns:a16="http://schemas.microsoft.com/office/drawing/2014/main" id="{7ECAB129-5762-524F-1417-72754D214B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13037" y="5359642"/>
            <a:ext cx="1563404" cy="543266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29" name="EDAD">
            <a:extLst>
              <a:ext uri="{FF2B5EF4-FFF2-40B4-BE49-F238E27FC236}">
                <a16:creationId xmlns:a16="http://schemas.microsoft.com/office/drawing/2014/main" id="{F5A93D8A-A6A8-61B7-451B-64FFE5E74D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49023" y="1528213"/>
            <a:ext cx="1561503" cy="2029973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0" name="NOMBRE">
            <a:extLst>
              <a:ext uri="{FF2B5EF4-FFF2-40B4-BE49-F238E27FC236}">
                <a16:creationId xmlns:a16="http://schemas.microsoft.com/office/drawing/2014/main" id="{A98B1848-3F69-6110-CB3B-1918492C92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88003" y="7842165"/>
            <a:ext cx="1563404" cy="543266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1" name="NOMBRE">
            <a:extLst>
              <a:ext uri="{FF2B5EF4-FFF2-40B4-BE49-F238E27FC236}">
                <a16:creationId xmlns:a16="http://schemas.microsoft.com/office/drawing/2014/main" id="{1947A033-B288-E9BF-9E90-2FB1527C97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13038" y="7841000"/>
            <a:ext cx="1563404" cy="543266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2" name="NOMBRE">
            <a:extLst>
              <a:ext uri="{FF2B5EF4-FFF2-40B4-BE49-F238E27FC236}">
                <a16:creationId xmlns:a16="http://schemas.microsoft.com/office/drawing/2014/main" id="{69125161-9096-4B09-E0F1-82C52349776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10421">
            <a:off x="1140947" y="3856829"/>
            <a:ext cx="2105954" cy="890980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3" name="NOMBRE">
            <a:extLst>
              <a:ext uri="{FF2B5EF4-FFF2-40B4-BE49-F238E27FC236}">
                <a16:creationId xmlns:a16="http://schemas.microsoft.com/office/drawing/2014/main" id="{234352C4-961E-9105-6058-0C161C64D6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599374">
            <a:off x="1220213" y="8447671"/>
            <a:ext cx="2105954" cy="890980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4" name="NOMBRE">
            <a:extLst>
              <a:ext uri="{FF2B5EF4-FFF2-40B4-BE49-F238E27FC236}">
                <a16:creationId xmlns:a16="http://schemas.microsoft.com/office/drawing/2014/main" id="{392B83D9-8F1A-ED0F-BA54-4BCDD1166E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97278" y="5360167"/>
            <a:ext cx="1563404" cy="543266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5" name="NOMBRE">
            <a:extLst>
              <a:ext uri="{FF2B5EF4-FFF2-40B4-BE49-F238E27FC236}">
                <a16:creationId xmlns:a16="http://schemas.microsoft.com/office/drawing/2014/main" id="{02461C51-40AD-3C4B-AB6B-DE31C94358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785614" y="2977623"/>
            <a:ext cx="1563404" cy="543266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  <p:sp>
        <p:nvSpPr>
          <p:cNvPr id="36" name="NOMBRE">
            <a:extLst>
              <a:ext uri="{FF2B5EF4-FFF2-40B4-BE49-F238E27FC236}">
                <a16:creationId xmlns:a16="http://schemas.microsoft.com/office/drawing/2014/main" id="{78D2C1C9-D642-ED20-327D-5078D6F27E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40580" y="5759163"/>
            <a:ext cx="2105954" cy="890980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sz="3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2694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506A5-B056-46D5-A09D-DCD0B1E6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OR 2">
            <a:extLst>
              <a:ext uri="{FF2B5EF4-FFF2-40B4-BE49-F238E27FC236}">
                <a16:creationId xmlns:a16="http://schemas.microsoft.com/office/drawing/2014/main" id="{4E6EDDA6-32B7-4125-3FAE-FA57CEF3C78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533805" y="426213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BAD34A"/>
                </a:solidFill>
                <a:latin typeface="Amatic" pitchFamily="2" charset="0"/>
              </a:rPr>
              <a:t>CAJA POCHOCLERA</a:t>
            </a:r>
          </a:p>
        </p:txBody>
      </p:sp>
      <p:sp>
        <p:nvSpPr>
          <p:cNvPr id="4" name="COLOR 2">
            <a:extLst>
              <a:ext uri="{FF2B5EF4-FFF2-40B4-BE49-F238E27FC236}">
                <a16:creationId xmlns:a16="http://schemas.microsoft.com/office/drawing/2014/main" id="{3B50BAE0-6154-4C68-F891-CDE50991F4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028864" flipH="1">
            <a:off x="6096591" y="972851"/>
            <a:ext cx="1059032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COLOR 2">
            <a:extLst>
              <a:ext uri="{FF2B5EF4-FFF2-40B4-BE49-F238E27FC236}">
                <a16:creationId xmlns:a16="http://schemas.microsoft.com/office/drawing/2014/main" id="{FDC51142-1455-E650-A1C0-10881959AC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028864" flipH="1">
            <a:off x="6979806" y="791544"/>
            <a:ext cx="167558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TEMATICA">
            <a:extLst>
              <a:ext uri="{FF2B5EF4-FFF2-40B4-BE49-F238E27FC236}">
                <a16:creationId xmlns:a16="http://schemas.microsoft.com/office/drawing/2014/main" id="{D93B93EB-4477-B34E-33C0-00EEC15F80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-1" y="10066863"/>
            <a:ext cx="3103124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BAD34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8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7" name="FONDO 6">
            <a:extLst>
              <a:ext uri="{FF2B5EF4-FFF2-40B4-BE49-F238E27FC236}">
                <a16:creationId xmlns:a16="http://schemas.microsoft.com/office/drawing/2014/main" id="{D02E6BFF-5166-5EAD-CEF6-33620596FB5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209283">
            <a:off x="1513042" y="506751"/>
            <a:ext cx="8588752" cy="7038071"/>
          </a:xfrm>
          <a:custGeom>
            <a:avLst/>
            <a:gdLst>
              <a:gd name="connsiteX0" fmla="*/ 1090906 w 6663704"/>
              <a:gd name="connsiteY0" fmla="*/ 0 h 5311159"/>
              <a:gd name="connsiteX1" fmla="*/ 1214655 w 6663704"/>
              <a:gd name="connsiteY1" fmla="*/ 82026 h 5311159"/>
              <a:gd name="connsiteX2" fmla="*/ 1223980 w 6663704"/>
              <a:gd name="connsiteY2" fmla="*/ 128218 h 5311159"/>
              <a:gd name="connsiteX3" fmla="*/ 1244684 w 6663704"/>
              <a:gd name="connsiteY3" fmla="*/ 97510 h 5311159"/>
              <a:gd name="connsiteX4" fmla="*/ 1339651 w 6663704"/>
              <a:gd name="connsiteY4" fmla="*/ 58173 h 5311159"/>
              <a:gd name="connsiteX5" fmla="*/ 1463399 w 6663704"/>
              <a:gd name="connsiteY5" fmla="*/ 140199 h 5311159"/>
              <a:gd name="connsiteX6" fmla="*/ 1472725 w 6663704"/>
              <a:gd name="connsiteY6" fmla="*/ 186389 h 5311159"/>
              <a:gd name="connsiteX7" fmla="*/ 1493428 w 6663704"/>
              <a:gd name="connsiteY7" fmla="*/ 155682 h 5311159"/>
              <a:gd name="connsiteX8" fmla="*/ 1588394 w 6663704"/>
              <a:gd name="connsiteY8" fmla="*/ 116345 h 5311159"/>
              <a:gd name="connsiteX9" fmla="*/ 1712143 w 6663704"/>
              <a:gd name="connsiteY9" fmla="*/ 198371 h 5311159"/>
              <a:gd name="connsiteX10" fmla="*/ 1721468 w 6663704"/>
              <a:gd name="connsiteY10" fmla="*/ 244562 h 5311159"/>
              <a:gd name="connsiteX11" fmla="*/ 1742173 w 6663704"/>
              <a:gd name="connsiteY11" fmla="*/ 213854 h 5311159"/>
              <a:gd name="connsiteX12" fmla="*/ 1837139 w 6663704"/>
              <a:gd name="connsiteY12" fmla="*/ 174517 h 5311159"/>
              <a:gd name="connsiteX13" fmla="*/ 1960888 w 6663704"/>
              <a:gd name="connsiteY13" fmla="*/ 256543 h 5311159"/>
              <a:gd name="connsiteX14" fmla="*/ 1970213 w 6663704"/>
              <a:gd name="connsiteY14" fmla="*/ 302734 h 5311159"/>
              <a:gd name="connsiteX15" fmla="*/ 1990917 w 6663704"/>
              <a:gd name="connsiteY15" fmla="*/ 272026 h 5311159"/>
              <a:gd name="connsiteX16" fmla="*/ 2085884 w 6663704"/>
              <a:gd name="connsiteY16" fmla="*/ 232689 h 5311159"/>
              <a:gd name="connsiteX17" fmla="*/ 2209632 w 6663704"/>
              <a:gd name="connsiteY17" fmla="*/ 314716 h 5311159"/>
              <a:gd name="connsiteX18" fmla="*/ 2218958 w 6663704"/>
              <a:gd name="connsiteY18" fmla="*/ 360906 h 5311159"/>
              <a:gd name="connsiteX19" fmla="*/ 2239661 w 6663704"/>
              <a:gd name="connsiteY19" fmla="*/ 330199 h 5311159"/>
              <a:gd name="connsiteX20" fmla="*/ 2334627 w 6663704"/>
              <a:gd name="connsiteY20" fmla="*/ 290862 h 5311159"/>
              <a:gd name="connsiteX21" fmla="*/ 2458376 w 6663704"/>
              <a:gd name="connsiteY21" fmla="*/ 372889 h 5311159"/>
              <a:gd name="connsiteX22" fmla="*/ 2467701 w 6663704"/>
              <a:gd name="connsiteY22" fmla="*/ 419077 h 5311159"/>
              <a:gd name="connsiteX23" fmla="*/ 2488404 w 6663704"/>
              <a:gd name="connsiteY23" fmla="*/ 388371 h 5311159"/>
              <a:gd name="connsiteX24" fmla="*/ 2583370 w 6663704"/>
              <a:gd name="connsiteY24" fmla="*/ 349034 h 5311159"/>
              <a:gd name="connsiteX25" fmla="*/ 2717673 w 6663704"/>
              <a:gd name="connsiteY25" fmla="*/ 483337 h 5311159"/>
              <a:gd name="connsiteX26" fmla="*/ 2714657 w 6663704"/>
              <a:gd name="connsiteY26" fmla="*/ 498277 h 5311159"/>
              <a:gd name="connsiteX27" fmla="*/ 2782941 w 6663704"/>
              <a:gd name="connsiteY27" fmla="*/ 513474 h 5311159"/>
              <a:gd name="connsiteX28" fmla="*/ 2837219 w 6663704"/>
              <a:gd name="connsiteY28" fmla="*/ 545582 h 5311159"/>
              <a:gd name="connsiteX29" fmla="*/ 2853000 w 6663704"/>
              <a:gd name="connsiteY29" fmla="*/ 514064 h 5311159"/>
              <a:gd name="connsiteX30" fmla="*/ 2951169 w 6663704"/>
              <a:gd name="connsiteY30" fmla="*/ 457836 h 5311159"/>
              <a:gd name="connsiteX31" fmla="*/ 3004148 w 6663704"/>
              <a:gd name="connsiteY31" fmla="*/ 463953 h 5311159"/>
              <a:gd name="connsiteX32" fmla="*/ 3096493 w 6663704"/>
              <a:gd name="connsiteY32" fmla="*/ 580205 h 5311159"/>
              <a:gd name="connsiteX33" fmla="*/ 3091088 w 6663704"/>
              <a:gd name="connsiteY33" fmla="*/ 627016 h 5311159"/>
              <a:gd name="connsiteX34" fmla="*/ 3120267 w 6663704"/>
              <a:gd name="connsiteY34" fmla="*/ 604209 h 5311159"/>
              <a:gd name="connsiteX35" fmla="*/ 3222741 w 6663704"/>
              <a:gd name="connsiteY35" fmla="*/ 596145 h 5311159"/>
              <a:gd name="connsiteX36" fmla="*/ 3315086 w 6663704"/>
              <a:gd name="connsiteY36" fmla="*/ 712396 h 5311159"/>
              <a:gd name="connsiteX37" fmla="*/ 3309681 w 6663704"/>
              <a:gd name="connsiteY37" fmla="*/ 759207 h 5311159"/>
              <a:gd name="connsiteX38" fmla="*/ 3338860 w 6663704"/>
              <a:gd name="connsiteY38" fmla="*/ 736401 h 5311159"/>
              <a:gd name="connsiteX39" fmla="*/ 3441335 w 6663704"/>
              <a:gd name="connsiteY39" fmla="*/ 728336 h 5311159"/>
              <a:gd name="connsiteX40" fmla="*/ 3533679 w 6663704"/>
              <a:gd name="connsiteY40" fmla="*/ 844588 h 5311159"/>
              <a:gd name="connsiteX41" fmla="*/ 3528274 w 6663704"/>
              <a:gd name="connsiteY41" fmla="*/ 891399 h 5311159"/>
              <a:gd name="connsiteX42" fmla="*/ 3557454 w 6663704"/>
              <a:gd name="connsiteY42" fmla="*/ 868592 h 5311159"/>
              <a:gd name="connsiteX43" fmla="*/ 3659929 w 6663704"/>
              <a:gd name="connsiteY43" fmla="*/ 860527 h 5311159"/>
              <a:gd name="connsiteX44" fmla="*/ 3752274 w 6663704"/>
              <a:gd name="connsiteY44" fmla="*/ 976779 h 5311159"/>
              <a:gd name="connsiteX45" fmla="*/ 3746869 w 6663704"/>
              <a:gd name="connsiteY45" fmla="*/ 1023590 h 5311159"/>
              <a:gd name="connsiteX46" fmla="*/ 3776047 w 6663704"/>
              <a:gd name="connsiteY46" fmla="*/ 1000783 h 5311159"/>
              <a:gd name="connsiteX47" fmla="*/ 3878522 w 6663704"/>
              <a:gd name="connsiteY47" fmla="*/ 992719 h 5311159"/>
              <a:gd name="connsiteX48" fmla="*/ 3970867 w 6663704"/>
              <a:gd name="connsiteY48" fmla="*/ 1108971 h 5311159"/>
              <a:gd name="connsiteX49" fmla="*/ 3965462 w 6663704"/>
              <a:gd name="connsiteY49" fmla="*/ 1155783 h 5311159"/>
              <a:gd name="connsiteX50" fmla="*/ 3994642 w 6663704"/>
              <a:gd name="connsiteY50" fmla="*/ 1132975 h 5311159"/>
              <a:gd name="connsiteX51" fmla="*/ 4097117 w 6663704"/>
              <a:gd name="connsiteY51" fmla="*/ 1124910 h 5311159"/>
              <a:gd name="connsiteX52" fmla="*/ 4189461 w 6663704"/>
              <a:gd name="connsiteY52" fmla="*/ 1241162 h 5311159"/>
              <a:gd name="connsiteX53" fmla="*/ 4184056 w 6663704"/>
              <a:gd name="connsiteY53" fmla="*/ 1287970 h 5311159"/>
              <a:gd name="connsiteX54" fmla="*/ 4213234 w 6663704"/>
              <a:gd name="connsiteY54" fmla="*/ 1265165 h 5311159"/>
              <a:gd name="connsiteX55" fmla="*/ 4315708 w 6663704"/>
              <a:gd name="connsiteY55" fmla="*/ 1257100 h 5311159"/>
              <a:gd name="connsiteX56" fmla="*/ 4401936 w 6663704"/>
              <a:gd name="connsiteY56" fmla="*/ 1426332 h 5311159"/>
              <a:gd name="connsiteX57" fmla="*/ 4382957 w 6663704"/>
              <a:gd name="connsiteY57" fmla="*/ 1459993 h 5311159"/>
              <a:gd name="connsiteX58" fmla="*/ 4434561 w 6663704"/>
              <a:gd name="connsiteY58" fmla="*/ 1490519 h 5311159"/>
              <a:gd name="connsiteX59" fmla="*/ 4437386 w 6663704"/>
              <a:gd name="connsiteY59" fmla="*/ 1487048 h 5311159"/>
              <a:gd name="connsiteX60" fmla="*/ 4499015 w 6663704"/>
              <a:gd name="connsiteY60" fmla="*/ 1553375 h 5311159"/>
              <a:gd name="connsiteX61" fmla="*/ 4525196 w 6663704"/>
              <a:gd name="connsiteY61" fmla="*/ 1529648 h 5311159"/>
              <a:gd name="connsiteX62" fmla="*/ 4580428 w 6663704"/>
              <a:gd name="connsiteY62" fmla="*/ 1512887 h 5311159"/>
              <a:gd name="connsiteX63" fmla="*/ 4619121 w 6663704"/>
              <a:gd name="connsiteY63" fmla="*/ 1515426 h 5311159"/>
              <a:gd name="connsiteX64" fmla="*/ 4667997 w 6663704"/>
              <a:gd name="connsiteY64" fmla="*/ 1536766 h 5311159"/>
              <a:gd name="connsiteX65" fmla="*/ 4722318 w 6663704"/>
              <a:gd name="connsiteY65" fmla="*/ 1674937 h 5311159"/>
              <a:gd name="connsiteX66" fmla="*/ 4703463 w 6663704"/>
              <a:gd name="connsiteY66" fmla="*/ 1718122 h 5311159"/>
              <a:gd name="connsiteX67" fmla="*/ 4738036 w 6663704"/>
              <a:gd name="connsiteY67" fmla="*/ 1704843 h 5311159"/>
              <a:gd name="connsiteX68" fmla="*/ 4838390 w 6663704"/>
              <a:gd name="connsiteY68" fmla="*/ 1727091 h 5311159"/>
              <a:gd name="connsiteX69" fmla="*/ 4892711 w 6663704"/>
              <a:gd name="connsiteY69" fmla="*/ 1865262 h 5311159"/>
              <a:gd name="connsiteX70" fmla="*/ 4873857 w 6663704"/>
              <a:gd name="connsiteY70" fmla="*/ 1908448 h 5311159"/>
              <a:gd name="connsiteX71" fmla="*/ 4908429 w 6663704"/>
              <a:gd name="connsiteY71" fmla="*/ 1895169 h 5311159"/>
              <a:gd name="connsiteX72" fmla="*/ 5008783 w 6663704"/>
              <a:gd name="connsiteY72" fmla="*/ 1917417 h 5311159"/>
              <a:gd name="connsiteX73" fmla="*/ 5063104 w 6663704"/>
              <a:gd name="connsiteY73" fmla="*/ 2055589 h 5311159"/>
              <a:gd name="connsiteX74" fmla="*/ 5044249 w 6663704"/>
              <a:gd name="connsiteY74" fmla="*/ 2098775 h 5311159"/>
              <a:gd name="connsiteX75" fmla="*/ 5078823 w 6663704"/>
              <a:gd name="connsiteY75" fmla="*/ 2085495 h 5311159"/>
              <a:gd name="connsiteX76" fmla="*/ 5179177 w 6663704"/>
              <a:gd name="connsiteY76" fmla="*/ 2107743 h 5311159"/>
              <a:gd name="connsiteX77" fmla="*/ 5233498 w 6663704"/>
              <a:gd name="connsiteY77" fmla="*/ 2245915 h 5311159"/>
              <a:gd name="connsiteX78" fmla="*/ 5214643 w 6663704"/>
              <a:gd name="connsiteY78" fmla="*/ 2289099 h 5311159"/>
              <a:gd name="connsiteX79" fmla="*/ 5249215 w 6663704"/>
              <a:gd name="connsiteY79" fmla="*/ 2275821 h 5311159"/>
              <a:gd name="connsiteX80" fmla="*/ 5349570 w 6663704"/>
              <a:gd name="connsiteY80" fmla="*/ 2298069 h 5311159"/>
              <a:gd name="connsiteX81" fmla="*/ 5403890 w 6663704"/>
              <a:gd name="connsiteY81" fmla="*/ 2436239 h 5311159"/>
              <a:gd name="connsiteX82" fmla="*/ 5385035 w 6663704"/>
              <a:gd name="connsiteY82" fmla="*/ 2479426 h 5311159"/>
              <a:gd name="connsiteX83" fmla="*/ 5419608 w 6663704"/>
              <a:gd name="connsiteY83" fmla="*/ 2466147 h 5311159"/>
              <a:gd name="connsiteX84" fmla="*/ 5519963 w 6663704"/>
              <a:gd name="connsiteY84" fmla="*/ 2488394 h 5311159"/>
              <a:gd name="connsiteX85" fmla="*/ 5574283 w 6663704"/>
              <a:gd name="connsiteY85" fmla="*/ 2626566 h 5311159"/>
              <a:gd name="connsiteX86" fmla="*/ 5555430 w 6663704"/>
              <a:gd name="connsiteY86" fmla="*/ 2669749 h 5311159"/>
              <a:gd name="connsiteX87" fmla="*/ 5590000 w 6663704"/>
              <a:gd name="connsiteY87" fmla="*/ 2656471 h 5311159"/>
              <a:gd name="connsiteX88" fmla="*/ 5690355 w 6663704"/>
              <a:gd name="connsiteY88" fmla="*/ 2678719 h 5311159"/>
              <a:gd name="connsiteX89" fmla="*/ 5723336 w 6663704"/>
              <a:gd name="connsiteY89" fmla="*/ 2865767 h 5311159"/>
              <a:gd name="connsiteX90" fmla="*/ 5720758 w 6663704"/>
              <a:gd name="connsiteY90" fmla="*/ 2868220 h 5311159"/>
              <a:gd name="connsiteX91" fmla="*/ 5777389 w 6663704"/>
              <a:gd name="connsiteY91" fmla="*/ 2929167 h 5311159"/>
              <a:gd name="connsiteX92" fmla="*/ 5778098 w 6663704"/>
              <a:gd name="connsiteY92" fmla="*/ 2928700 h 5311159"/>
              <a:gd name="connsiteX93" fmla="*/ 5779302 w 6663704"/>
              <a:gd name="connsiteY93" fmla="*/ 2931225 h 5311159"/>
              <a:gd name="connsiteX94" fmla="*/ 5779940 w 6663704"/>
              <a:gd name="connsiteY94" fmla="*/ 2931912 h 5311159"/>
              <a:gd name="connsiteX95" fmla="*/ 5779703 w 6663704"/>
              <a:gd name="connsiteY95" fmla="*/ 2932068 h 5311159"/>
              <a:gd name="connsiteX96" fmla="*/ 5816539 w 6663704"/>
              <a:gd name="connsiteY96" fmla="*/ 3009381 h 5311159"/>
              <a:gd name="connsiteX97" fmla="*/ 5855915 w 6663704"/>
              <a:gd name="connsiteY97" fmla="*/ 2989847 h 5311159"/>
              <a:gd name="connsiteX98" fmla="*/ 5907288 w 6663704"/>
              <a:gd name="connsiteY98" fmla="*/ 2986425 h 5311159"/>
              <a:gd name="connsiteX99" fmla="*/ 5996575 w 6663704"/>
              <a:gd name="connsiteY99" fmla="*/ 3037354 h 5311159"/>
              <a:gd name="connsiteX100" fmla="*/ 6007607 w 6663704"/>
              <a:gd name="connsiteY100" fmla="*/ 3185409 h 5311159"/>
              <a:gd name="connsiteX101" fmla="*/ 5976824 w 6663704"/>
              <a:gd name="connsiteY101" fmla="*/ 3221088 h 5311159"/>
              <a:gd name="connsiteX102" fmla="*/ 6013778 w 6663704"/>
              <a:gd name="connsiteY102" fmla="*/ 3218626 h 5311159"/>
              <a:gd name="connsiteX103" fmla="*/ 6103066 w 6663704"/>
              <a:gd name="connsiteY103" fmla="*/ 3269556 h 5311159"/>
              <a:gd name="connsiteX104" fmla="*/ 6114097 w 6663704"/>
              <a:gd name="connsiteY104" fmla="*/ 3417612 h 5311159"/>
              <a:gd name="connsiteX105" fmla="*/ 6083316 w 6663704"/>
              <a:gd name="connsiteY105" fmla="*/ 3453289 h 5311159"/>
              <a:gd name="connsiteX106" fmla="*/ 6120269 w 6663704"/>
              <a:gd name="connsiteY106" fmla="*/ 3450828 h 5311159"/>
              <a:gd name="connsiteX107" fmla="*/ 6209556 w 6663704"/>
              <a:gd name="connsiteY107" fmla="*/ 3501757 h 5311159"/>
              <a:gd name="connsiteX108" fmla="*/ 6220588 w 6663704"/>
              <a:gd name="connsiteY108" fmla="*/ 3649812 h 5311159"/>
              <a:gd name="connsiteX109" fmla="*/ 6189805 w 6663704"/>
              <a:gd name="connsiteY109" fmla="*/ 3685491 h 5311159"/>
              <a:gd name="connsiteX110" fmla="*/ 6226758 w 6663704"/>
              <a:gd name="connsiteY110" fmla="*/ 3683030 h 5311159"/>
              <a:gd name="connsiteX111" fmla="*/ 6316046 w 6663704"/>
              <a:gd name="connsiteY111" fmla="*/ 3733959 h 5311159"/>
              <a:gd name="connsiteX112" fmla="*/ 6327078 w 6663704"/>
              <a:gd name="connsiteY112" fmla="*/ 3882014 h 5311159"/>
              <a:gd name="connsiteX113" fmla="*/ 6296295 w 6663704"/>
              <a:gd name="connsiteY113" fmla="*/ 3917693 h 5311159"/>
              <a:gd name="connsiteX114" fmla="*/ 6333250 w 6663704"/>
              <a:gd name="connsiteY114" fmla="*/ 3915232 h 5311159"/>
              <a:gd name="connsiteX115" fmla="*/ 6422536 w 6663704"/>
              <a:gd name="connsiteY115" fmla="*/ 3966161 h 5311159"/>
              <a:gd name="connsiteX116" fmla="*/ 6433568 w 6663704"/>
              <a:gd name="connsiteY116" fmla="*/ 4114216 h 5311159"/>
              <a:gd name="connsiteX117" fmla="*/ 6402787 w 6663704"/>
              <a:gd name="connsiteY117" fmla="*/ 4149894 h 5311159"/>
              <a:gd name="connsiteX118" fmla="*/ 6439740 w 6663704"/>
              <a:gd name="connsiteY118" fmla="*/ 4147433 h 5311159"/>
              <a:gd name="connsiteX119" fmla="*/ 6529026 w 6663704"/>
              <a:gd name="connsiteY119" fmla="*/ 4198362 h 5311159"/>
              <a:gd name="connsiteX120" fmla="*/ 6540059 w 6663704"/>
              <a:gd name="connsiteY120" fmla="*/ 4346417 h 5311159"/>
              <a:gd name="connsiteX121" fmla="*/ 6509279 w 6663704"/>
              <a:gd name="connsiteY121" fmla="*/ 4382094 h 5311159"/>
              <a:gd name="connsiteX122" fmla="*/ 6546228 w 6663704"/>
              <a:gd name="connsiteY122" fmla="*/ 4379633 h 5311159"/>
              <a:gd name="connsiteX123" fmla="*/ 6635516 w 6663704"/>
              <a:gd name="connsiteY123" fmla="*/ 4430562 h 5311159"/>
              <a:gd name="connsiteX124" fmla="*/ 6611711 w 6663704"/>
              <a:gd name="connsiteY124" fmla="*/ 4618997 h 5311159"/>
              <a:gd name="connsiteX125" fmla="*/ 6588845 w 6663704"/>
              <a:gd name="connsiteY125" fmla="*/ 4630340 h 5311159"/>
              <a:gd name="connsiteX126" fmla="*/ 6637648 w 6663704"/>
              <a:gd name="connsiteY126" fmla="*/ 4732770 h 5311159"/>
              <a:gd name="connsiteX127" fmla="*/ 4530611 w 6663704"/>
              <a:gd name="connsiteY127" fmla="*/ 5311159 h 5311159"/>
              <a:gd name="connsiteX128" fmla="*/ 4478393 w 6663704"/>
              <a:gd name="connsiteY128" fmla="*/ 5161478 h 5311159"/>
              <a:gd name="connsiteX129" fmla="*/ 4292422 w 6663704"/>
              <a:gd name="connsiteY129" fmla="*/ 5218040 h 5311159"/>
              <a:gd name="connsiteX130" fmla="*/ 3675512 w 6663704"/>
              <a:gd name="connsiteY130" fmla="*/ 4977506 h 5311159"/>
              <a:gd name="connsiteX131" fmla="*/ 3549851 w 6663704"/>
              <a:gd name="connsiteY131" fmla="*/ 4659931 h 5311159"/>
              <a:gd name="connsiteX132" fmla="*/ 3997053 w 6663704"/>
              <a:gd name="connsiteY132" fmla="*/ 4155823 h 5311159"/>
              <a:gd name="connsiteX133" fmla="*/ 3977562 w 6663704"/>
              <a:gd name="connsiteY133" fmla="*/ 4114778 h 5311159"/>
              <a:gd name="connsiteX134" fmla="*/ 3977660 w 6663704"/>
              <a:gd name="connsiteY134" fmla="*/ 4114714 h 5311159"/>
              <a:gd name="connsiteX135" fmla="*/ 3729314 w 6663704"/>
              <a:gd name="connsiteY135" fmla="*/ 4079253 h 5311159"/>
              <a:gd name="connsiteX136" fmla="*/ 3734934 w 6663704"/>
              <a:gd name="connsiteY136" fmla="*/ 4302933 h 5311159"/>
              <a:gd name="connsiteX137" fmla="*/ 3263883 w 6663704"/>
              <a:gd name="connsiteY137" fmla="*/ 4730341 h 5311159"/>
              <a:gd name="connsiteX138" fmla="*/ 3049407 w 6663704"/>
              <a:gd name="connsiteY138" fmla="*/ 4532907 h 5311159"/>
              <a:gd name="connsiteX139" fmla="*/ 3059097 w 6663704"/>
              <a:gd name="connsiteY139" fmla="*/ 4055486 h 5311159"/>
              <a:gd name="connsiteX140" fmla="*/ 2992040 w 6663704"/>
              <a:gd name="connsiteY140" fmla="*/ 4104936 h 5311159"/>
              <a:gd name="connsiteX141" fmla="*/ 2667193 w 6663704"/>
              <a:gd name="connsiteY141" fmla="*/ 4088180 h 5311159"/>
              <a:gd name="connsiteX142" fmla="*/ 2458516 w 6663704"/>
              <a:gd name="connsiteY142" fmla="*/ 3855297 h 5311159"/>
              <a:gd name="connsiteX143" fmla="*/ 3092166 w 6663704"/>
              <a:gd name="connsiteY143" fmla="*/ 3139957 h 5311159"/>
              <a:gd name="connsiteX144" fmla="*/ 2234161 w 6663704"/>
              <a:gd name="connsiteY144" fmla="*/ 3393450 h 5311159"/>
              <a:gd name="connsiteX145" fmla="*/ 1958426 w 6663704"/>
              <a:gd name="connsiteY145" fmla="*/ 3210016 h 5311159"/>
              <a:gd name="connsiteX146" fmla="*/ 2048529 w 6663704"/>
              <a:gd name="connsiteY146" fmla="*/ 2525903 h 5311159"/>
              <a:gd name="connsiteX147" fmla="*/ 2029144 w 6663704"/>
              <a:gd name="connsiteY147" fmla="*/ 2510902 h 5311159"/>
              <a:gd name="connsiteX148" fmla="*/ 1998358 w 6663704"/>
              <a:gd name="connsiteY148" fmla="*/ 2494399 h 5311159"/>
              <a:gd name="connsiteX149" fmla="*/ 1797598 w 6663704"/>
              <a:gd name="connsiteY149" fmla="*/ 2622431 h 5311159"/>
              <a:gd name="connsiteX150" fmla="*/ 1910600 w 6663704"/>
              <a:gd name="connsiteY150" fmla="*/ 2812724 h 5311159"/>
              <a:gd name="connsiteX151" fmla="*/ 1785976 w 6663704"/>
              <a:gd name="connsiteY151" fmla="*/ 3445325 h 5311159"/>
              <a:gd name="connsiteX152" fmla="*/ 1507561 w 6663704"/>
              <a:gd name="connsiteY152" fmla="*/ 3393944 h 5311159"/>
              <a:gd name="connsiteX153" fmla="*/ 1224068 w 6663704"/>
              <a:gd name="connsiteY153" fmla="*/ 2998219 h 5311159"/>
              <a:gd name="connsiteX154" fmla="*/ 1209319 w 6663704"/>
              <a:gd name="connsiteY154" fmla="*/ 3067784 h 5311159"/>
              <a:gd name="connsiteX155" fmla="*/ 908488 w 6663704"/>
              <a:gd name="connsiteY155" fmla="*/ 3244596 h 5311159"/>
              <a:gd name="connsiteX156" fmla="*/ 610380 w 6663704"/>
              <a:gd name="connsiteY156" fmla="*/ 3193450 h 5311159"/>
              <a:gd name="connsiteX157" fmla="*/ 734837 w 6663704"/>
              <a:gd name="connsiteY157" fmla="*/ 2224861 h 5311159"/>
              <a:gd name="connsiteX158" fmla="*/ 613013 w 6663704"/>
              <a:gd name="connsiteY158" fmla="*/ 2156334 h 5311159"/>
              <a:gd name="connsiteX159" fmla="*/ 620670 w 6663704"/>
              <a:gd name="connsiteY159" fmla="*/ 2029464 h 5311159"/>
              <a:gd name="connsiteX160" fmla="*/ 0 w 6663704"/>
              <a:gd name="connsiteY160" fmla="*/ 1066710 h 5311159"/>
              <a:gd name="connsiteX161" fmla="*/ 111373 w 6663704"/>
              <a:gd name="connsiteY161" fmla="*/ 586271 h 5311159"/>
              <a:gd name="connsiteX162" fmla="*/ 898763 w 6663704"/>
              <a:gd name="connsiteY162" fmla="*/ 94149 h 5311159"/>
              <a:gd name="connsiteX163" fmla="*/ 961874 w 6663704"/>
              <a:gd name="connsiteY163" fmla="*/ 108195 h 5311159"/>
              <a:gd name="connsiteX164" fmla="*/ 967157 w 6663704"/>
              <a:gd name="connsiteY164" fmla="*/ 82026 h 5311159"/>
              <a:gd name="connsiteX165" fmla="*/ 1090906 w 6663704"/>
              <a:gd name="connsiteY165" fmla="*/ 0 h 5311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</a:cxnLst>
            <a:rect l="l" t="t" r="r" b="b"/>
            <a:pathLst>
              <a:path w="6663704" h="5311159">
                <a:moveTo>
                  <a:pt x="1090906" y="0"/>
                </a:moveTo>
                <a:cubicBezTo>
                  <a:pt x="1146536" y="0"/>
                  <a:pt x="1194266" y="33823"/>
                  <a:pt x="1214655" y="82026"/>
                </a:cubicBezTo>
                <a:lnTo>
                  <a:pt x="1223980" y="128218"/>
                </a:lnTo>
                <a:lnTo>
                  <a:pt x="1244684" y="97510"/>
                </a:lnTo>
                <a:cubicBezTo>
                  <a:pt x="1268989" y="73206"/>
                  <a:pt x="1302564" y="58173"/>
                  <a:pt x="1339651" y="58173"/>
                </a:cubicBezTo>
                <a:cubicBezTo>
                  <a:pt x="1395280" y="58173"/>
                  <a:pt x="1443011" y="91996"/>
                  <a:pt x="1463399" y="140199"/>
                </a:cubicBezTo>
                <a:lnTo>
                  <a:pt x="1472725" y="186389"/>
                </a:lnTo>
                <a:lnTo>
                  <a:pt x="1493428" y="155682"/>
                </a:lnTo>
                <a:cubicBezTo>
                  <a:pt x="1517732" y="131378"/>
                  <a:pt x="1551308" y="116345"/>
                  <a:pt x="1588394" y="116345"/>
                </a:cubicBezTo>
                <a:cubicBezTo>
                  <a:pt x="1644024" y="116345"/>
                  <a:pt x="1691755" y="150168"/>
                  <a:pt x="1712143" y="198371"/>
                </a:cubicBezTo>
                <a:lnTo>
                  <a:pt x="1721468" y="244562"/>
                </a:lnTo>
                <a:lnTo>
                  <a:pt x="1742173" y="213854"/>
                </a:lnTo>
                <a:cubicBezTo>
                  <a:pt x="1766477" y="189550"/>
                  <a:pt x="1800052" y="174517"/>
                  <a:pt x="1837139" y="174517"/>
                </a:cubicBezTo>
                <a:cubicBezTo>
                  <a:pt x="1892769" y="174517"/>
                  <a:pt x="1940499" y="208340"/>
                  <a:pt x="1960888" y="256543"/>
                </a:cubicBezTo>
                <a:lnTo>
                  <a:pt x="1970213" y="302734"/>
                </a:lnTo>
                <a:lnTo>
                  <a:pt x="1990917" y="272026"/>
                </a:lnTo>
                <a:cubicBezTo>
                  <a:pt x="2015222" y="247722"/>
                  <a:pt x="2048797" y="232689"/>
                  <a:pt x="2085884" y="232689"/>
                </a:cubicBezTo>
                <a:cubicBezTo>
                  <a:pt x="2141513" y="232689"/>
                  <a:pt x="2189244" y="266512"/>
                  <a:pt x="2209632" y="314716"/>
                </a:cubicBezTo>
                <a:lnTo>
                  <a:pt x="2218958" y="360906"/>
                </a:lnTo>
                <a:lnTo>
                  <a:pt x="2239661" y="330199"/>
                </a:lnTo>
                <a:cubicBezTo>
                  <a:pt x="2263965" y="305895"/>
                  <a:pt x="2297541" y="290862"/>
                  <a:pt x="2334627" y="290862"/>
                </a:cubicBezTo>
                <a:cubicBezTo>
                  <a:pt x="2390257" y="290862"/>
                  <a:pt x="2437988" y="324685"/>
                  <a:pt x="2458376" y="372889"/>
                </a:cubicBezTo>
                <a:lnTo>
                  <a:pt x="2467701" y="419077"/>
                </a:lnTo>
                <a:lnTo>
                  <a:pt x="2488404" y="388371"/>
                </a:lnTo>
                <a:cubicBezTo>
                  <a:pt x="2512707" y="364067"/>
                  <a:pt x="2546283" y="349034"/>
                  <a:pt x="2583370" y="349034"/>
                </a:cubicBezTo>
                <a:cubicBezTo>
                  <a:pt x="2657543" y="349034"/>
                  <a:pt x="2717673" y="409164"/>
                  <a:pt x="2717673" y="483337"/>
                </a:cubicBezTo>
                <a:lnTo>
                  <a:pt x="2714657" y="498277"/>
                </a:lnTo>
                <a:lnTo>
                  <a:pt x="2782941" y="513474"/>
                </a:lnTo>
                <a:lnTo>
                  <a:pt x="2837219" y="545582"/>
                </a:lnTo>
                <a:lnTo>
                  <a:pt x="2853000" y="514064"/>
                </a:lnTo>
                <a:cubicBezTo>
                  <a:pt x="2875892" y="481705"/>
                  <a:pt x="2912060" y="461208"/>
                  <a:pt x="2951169" y="457836"/>
                </a:cubicBezTo>
                <a:cubicBezTo>
                  <a:pt x="2968550" y="456338"/>
                  <a:pt x="2986513" y="458223"/>
                  <a:pt x="3004148" y="463953"/>
                </a:cubicBezTo>
                <a:cubicBezTo>
                  <a:pt x="3057055" y="481143"/>
                  <a:pt x="3091997" y="528060"/>
                  <a:pt x="3096493" y="580205"/>
                </a:cubicBezTo>
                <a:lnTo>
                  <a:pt x="3091088" y="627016"/>
                </a:lnTo>
                <a:lnTo>
                  <a:pt x="3120267" y="604209"/>
                </a:lnTo>
                <a:cubicBezTo>
                  <a:pt x="3150892" y="588605"/>
                  <a:pt x="3187469" y="584684"/>
                  <a:pt x="3222741" y="596145"/>
                </a:cubicBezTo>
                <a:cubicBezTo>
                  <a:pt x="3275649" y="613334"/>
                  <a:pt x="3310590" y="660252"/>
                  <a:pt x="3315086" y="712396"/>
                </a:cubicBezTo>
                <a:lnTo>
                  <a:pt x="3309681" y="759207"/>
                </a:lnTo>
                <a:lnTo>
                  <a:pt x="3338860" y="736401"/>
                </a:lnTo>
                <a:cubicBezTo>
                  <a:pt x="3369485" y="720796"/>
                  <a:pt x="3406063" y="716875"/>
                  <a:pt x="3441335" y="728336"/>
                </a:cubicBezTo>
                <a:cubicBezTo>
                  <a:pt x="3494242" y="745526"/>
                  <a:pt x="3529184" y="792443"/>
                  <a:pt x="3533679" y="844588"/>
                </a:cubicBezTo>
                <a:lnTo>
                  <a:pt x="3528274" y="891399"/>
                </a:lnTo>
                <a:lnTo>
                  <a:pt x="3557454" y="868592"/>
                </a:lnTo>
                <a:cubicBezTo>
                  <a:pt x="3588079" y="852988"/>
                  <a:pt x="3624658" y="849067"/>
                  <a:pt x="3659929" y="860527"/>
                </a:cubicBezTo>
                <a:cubicBezTo>
                  <a:pt x="3712836" y="877718"/>
                  <a:pt x="3747778" y="924635"/>
                  <a:pt x="3752274" y="976779"/>
                </a:cubicBezTo>
                <a:lnTo>
                  <a:pt x="3746869" y="1023590"/>
                </a:lnTo>
                <a:lnTo>
                  <a:pt x="3776047" y="1000783"/>
                </a:lnTo>
                <a:cubicBezTo>
                  <a:pt x="3806672" y="985179"/>
                  <a:pt x="3843251" y="981257"/>
                  <a:pt x="3878522" y="992719"/>
                </a:cubicBezTo>
                <a:cubicBezTo>
                  <a:pt x="3931430" y="1009909"/>
                  <a:pt x="3966371" y="1056826"/>
                  <a:pt x="3970867" y="1108971"/>
                </a:cubicBezTo>
                <a:lnTo>
                  <a:pt x="3965462" y="1155783"/>
                </a:lnTo>
                <a:lnTo>
                  <a:pt x="3994642" y="1132975"/>
                </a:lnTo>
                <a:cubicBezTo>
                  <a:pt x="4025267" y="1117370"/>
                  <a:pt x="4061845" y="1113450"/>
                  <a:pt x="4097117" y="1124910"/>
                </a:cubicBezTo>
                <a:cubicBezTo>
                  <a:pt x="4150024" y="1142101"/>
                  <a:pt x="4184966" y="1189018"/>
                  <a:pt x="4189461" y="1241162"/>
                </a:cubicBezTo>
                <a:lnTo>
                  <a:pt x="4184056" y="1287970"/>
                </a:lnTo>
                <a:lnTo>
                  <a:pt x="4213234" y="1265165"/>
                </a:lnTo>
                <a:cubicBezTo>
                  <a:pt x="4243859" y="1249561"/>
                  <a:pt x="4280436" y="1245640"/>
                  <a:pt x="4315708" y="1257100"/>
                </a:cubicBezTo>
                <a:cubicBezTo>
                  <a:pt x="4386251" y="1280021"/>
                  <a:pt x="4424857" y="1355790"/>
                  <a:pt x="4401936" y="1426332"/>
                </a:cubicBezTo>
                <a:lnTo>
                  <a:pt x="4382957" y="1459993"/>
                </a:lnTo>
                <a:lnTo>
                  <a:pt x="4434561" y="1490519"/>
                </a:lnTo>
                <a:lnTo>
                  <a:pt x="4437386" y="1487048"/>
                </a:lnTo>
                <a:lnTo>
                  <a:pt x="4499015" y="1553375"/>
                </a:lnTo>
                <a:lnTo>
                  <a:pt x="4525196" y="1529648"/>
                </a:lnTo>
                <a:cubicBezTo>
                  <a:pt x="4542252" y="1520088"/>
                  <a:pt x="4561138" y="1514417"/>
                  <a:pt x="4580428" y="1512887"/>
                </a:cubicBezTo>
                <a:cubicBezTo>
                  <a:pt x="4593287" y="1511868"/>
                  <a:pt x="4606326" y="1512690"/>
                  <a:pt x="4619121" y="1515426"/>
                </a:cubicBezTo>
                <a:cubicBezTo>
                  <a:pt x="4636181" y="1519076"/>
                  <a:pt x="4652808" y="1526130"/>
                  <a:pt x="4667997" y="1536766"/>
                </a:cubicBezTo>
                <a:cubicBezTo>
                  <a:pt x="4713566" y="1568674"/>
                  <a:pt x="4733265" y="1623757"/>
                  <a:pt x="4722318" y="1674937"/>
                </a:cubicBezTo>
                <a:lnTo>
                  <a:pt x="4703463" y="1718122"/>
                </a:lnTo>
                <a:lnTo>
                  <a:pt x="4738036" y="1704843"/>
                </a:lnTo>
                <a:cubicBezTo>
                  <a:pt x="4771885" y="1698875"/>
                  <a:pt x="4808012" y="1705819"/>
                  <a:pt x="4838390" y="1727091"/>
                </a:cubicBezTo>
                <a:cubicBezTo>
                  <a:pt x="4883959" y="1758999"/>
                  <a:pt x="4903659" y="1814083"/>
                  <a:pt x="4892711" y="1865262"/>
                </a:cubicBezTo>
                <a:lnTo>
                  <a:pt x="4873857" y="1908448"/>
                </a:lnTo>
                <a:lnTo>
                  <a:pt x="4908429" y="1895169"/>
                </a:lnTo>
                <a:cubicBezTo>
                  <a:pt x="4942278" y="1889201"/>
                  <a:pt x="4978404" y="1896145"/>
                  <a:pt x="5008783" y="1917417"/>
                </a:cubicBezTo>
                <a:cubicBezTo>
                  <a:pt x="5054353" y="1949325"/>
                  <a:pt x="5074051" y="2004409"/>
                  <a:pt x="5063104" y="2055589"/>
                </a:cubicBezTo>
                <a:lnTo>
                  <a:pt x="5044249" y="2098775"/>
                </a:lnTo>
                <a:lnTo>
                  <a:pt x="5078823" y="2085495"/>
                </a:lnTo>
                <a:cubicBezTo>
                  <a:pt x="5112672" y="2079527"/>
                  <a:pt x="5148798" y="2086472"/>
                  <a:pt x="5179177" y="2107743"/>
                </a:cubicBezTo>
                <a:cubicBezTo>
                  <a:pt x="5224746" y="2139651"/>
                  <a:pt x="5244445" y="2194735"/>
                  <a:pt x="5233498" y="2245915"/>
                </a:cubicBezTo>
                <a:lnTo>
                  <a:pt x="5214643" y="2289099"/>
                </a:lnTo>
                <a:lnTo>
                  <a:pt x="5249215" y="2275821"/>
                </a:lnTo>
                <a:cubicBezTo>
                  <a:pt x="5283064" y="2269853"/>
                  <a:pt x="5319190" y="2276797"/>
                  <a:pt x="5349570" y="2298069"/>
                </a:cubicBezTo>
                <a:cubicBezTo>
                  <a:pt x="5395138" y="2329976"/>
                  <a:pt x="5414837" y="2385060"/>
                  <a:pt x="5403890" y="2436239"/>
                </a:cubicBezTo>
                <a:lnTo>
                  <a:pt x="5385035" y="2479426"/>
                </a:lnTo>
                <a:lnTo>
                  <a:pt x="5419608" y="2466147"/>
                </a:lnTo>
                <a:cubicBezTo>
                  <a:pt x="5453458" y="2460178"/>
                  <a:pt x="5489583" y="2467122"/>
                  <a:pt x="5519963" y="2488394"/>
                </a:cubicBezTo>
                <a:cubicBezTo>
                  <a:pt x="5565532" y="2520302"/>
                  <a:pt x="5585231" y="2575386"/>
                  <a:pt x="5574283" y="2626566"/>
                </a:cubicBezTo>
                <a:lnTo>
                  <a:pt x="5555430" y="2669749"/>
                </a:lnTo>
                <a:lnTo>
                  <a:pt x="5590000" y="2656471"/>
                </a:lnTo>
                <a:cubicBezTo>
                  <a:pt x="5623849" y="2650502"/>
                  <a:pt x="5659975" y="2657447"/>
                  <a:pt x="5690355" y="2678719"/>
                </a:cubicBezTo>
                <a:cubicBezTo>
                  <a:pt x="5751114" y="2721263"/>
                  <a:pt x="5765880" y="2805008"/>
                  <a:pt x="5723336" y="2865767"/>
                </a:cubicBezTo>
                <a:lnTo>
                  <a:pt x="5720758" y="2868220"/>
                </a:lnTo>
                <a:lnTo>
                  <a:pt x="5777389" y="2929167"/>
                </a:lnTo>
                <a:lnTo>
                  <a:pt x="5778098" y="2928700"/>
                </a:lnTo>
                <a:lnTo>
                  <a:pt x="5779302" y="2931225"/>
                </a:lnTo>
                <a:lnTo>
                  <a:pt x="5779940" y="2931912"/>
                </a:lnTo>
                <a:lnTo>
                  <a:pt x="5779703" y="2932068"/>
                </a:lnTo>
                <a:lnTo>
                  <a:pt x="5816539" y="3009381"/>
                </a:lnTo>
                <a:lnTo>
                  <a:pt x="5855915" y="2989847"/>
                </a:lnTo>
                <a:cubicBezTo>
                  <a:pt x="5872777" y="2985370"/>
                  <a:pt x="5890238" y="2984271"/>
                  <a:pt x="5907288" y="2986425"/>
                </a:cubicBezTo>
                <a:cubicBezTo>
                  <a:pt x="5941388" y="2990733"/>
                  <a:pt x="5973845" y="3008049"/>
                  <a:pt x="5996575" y="3037354"/>
                </a:cubicBezTo>
                <a:cubicBezTo>
                  <a:pt x="6030670" y="3081310"/>
                  <a:pt x="6033199" y="3139755"/>
                  <a:pt x="6007607" y="3185409"/>
                </a:cubicBezTo>
                <a:lnTo>
                  <a:pt x="5976824" y="3221088"/>
                </a:lnTo>
                <a:lnTo>
                  <a:pt x="6013778" y="3218626"/>
                </a:lnTo>
                <a:cubicBezTo>
                  <a:pt x="6047878" y="3222935"/>
                  <a:pt x="6080335" y="3240251"/>
                  <a:pt x="6103066" y="3269556"/>
                </a:cubicBezTo>
                <a:cubicBezTo>
                  <a:pt x="6137162" y="3313512"/>
                  <a:pt x="6139690" y="3371957"/>
                  <a:pt x="6114097" y="3417612"/>
                </a:cubicBezTo>
                <a:lnTo>
                  <a:pt x="6083316" y="3453289"/>
                </a:lnTo>
                <a:lnTo>
                  <a:pt x="6120269" y="3450828"/>
                </a:lnTo>
                <a:cubicBezTo>
                  <a:pt x="6154369" y="3455135"/>
                  <a:pt x="6186826" y="3472452"/>
                  <a:pt x="6209556" y="3501757"/>
                </a:cubicBezTo>
                <a:cubicBezTo>
                  <a:pt x="6243652" y="3545714"/>
                  <a:pt x="6246180" y="3604158"/>
                  <a:pt x="6220588" y="3649812"/>
                </a:cubicBezTo>
                <a:lnTo>
                  <a:pt x="6189805" y="3685491"/>
                </a:lnTo>
                <a:lnTo>
                  <a:pt x="6226758" y="3683030"/>
                </a:lnTo>
                <a:cubicBezTo>
                  <a:pt x="6260859" y="3687338"/>
                  <a:pt x="6293315" y="3704654"/>
                  <a:pt x="6316046" y="3733959"/>
                </a:cubicBezTo>
                <a:cubicBezTo>
                  <a:pt x="6350141" y="3777915"/>
                  <a:pt x="6352670" y="3836360"/>
                  <a:pt x="6327078" y="3882014"/>
                </a:cubicBezTo>
                <a:lnTo>
                  <a:pt x="6296295" y="3917693"/>
                </a:lnTo>
                <a:lnTo>
                  <a:pt x="6333250" y="3915232"/>
                </a:lnTo>
                <a:cubicBezTo>
                  <a:pt x="6367349" y="3919540"/>
                  <a:pt x="6399806" y="3936856"/>
                  <a:pt x="6422536" y="3966161"/>
                </a:cubicBezTo>
                <a:cubicBezTo>
                  <a:pt x="6456632" y="4010117"/>
                  <a:pt x="6459160" y="4068562"/>
                  <a:pt x="6433568" y="4114216"/>
                </a:cubicBezTo>
                <a:lnTo>
                  <a:pt x="6402787" y="4149894"/>
                </a:lnTo>
                <a:lnTo>
                  <a:pt x="6439740" y="4147433"/>
                </a:lnTo>
                <a:cubicBezTo>
                  <a:pt x="6473840" y="4151740"/>
                  <a:pt x="6506297" y="4169057"/>
                  <a:pt x="6529026" y="4198362"/>
                </a:cubicBezTo>
                <a:cubicBezTo>
                  <a:pt x="6563123" y="4242318"/>
                  <a:pt x="6565651" y="4300763"/>
                  <a:pt x="6540059" y="4346417"/>
                </a:cubicBezTo>
                <a:lnTo>
                  <a:pt x="6509279" y="4382094"/>
                </a:lnTo>
                <a:lnTo>
                  <a:pt x="6546228" y="4379633"/>
                </a:lnTo>
                <a:cubicBezTo>
                  <a:pt x="6580330" y="4383940"/>
                  <a:pt x="6612787" y="4401257"/>
                  <a:pt x="6635516" y="4430562"/>
                </a:cubicBezTo>
                <a:cubicBezTo>
                  <a:pt x="6680978" y="4489170"/>
                  <a:pt x="6670318" y="4573536"/>
                  <a:pt x="6611711" y="4618997"/>
                </a:cubicBezTo>
                <a:lnTo>
                  <a:pt x="6588845" y="4630340"/>
                </a:lnTo>
                <a:lnTo>
                  <a:pt x="6637648" y="4732770"/>
                </a:lnTo>
                <a:lnTo>
                  <a:pt x="4530611" y="5311159"/>
                </a:lnTo>
                <a:lnTo>
                  <a:pt x="4478393" y="5161478"/>
                </a:lnTo>
                <a:lnTo>
                  <a:pt x="4292422" y="5218040"/>
                </a:lnTo>
                <a:lnTo>
                  <a:pt x="3675512" y="4977506"/>
                </a:lnTo>
                <a:lnTo>
                  <a:pt x="3549851" y="4659931"/>
                </a:lnTo>
                <a:lnTo>
                  <a:pt x="3997053" y="4155823"/>
                </a:lnTo>
                <a:lnTo>
                  <a:pt x="3977562" y="4114778"/>
                </a:lnTo>
                <a:lnTo>
                  <a:pt x="3977660" y="4114714"/>
                </a:lnTo>
                <a:lnTo>
                  <a:pt x="3729314" y="4079253"/>
                </a:lnTo>
                <a:lnTo>
                  <a:pt x="3734934" y="4302933"/>
                </a:lnTo>
                <a:lnTo>
                  <a:pt x="3263883" y="4730341"/>
                </a:lnTo>
                <a:lnTo>
                  <a:pt x="3049407" y="4532907"/>
                </a:lnTo>
                <a:lnTo>
                  <a:pt x="3059097" y="4055486"/>
                </a:lnTo>
                <a:lnTo>
                  <a:pt x="2992040" y="4104936"/>
                </a:lnTo>
                <a:lnTo>
                  <a:pt x="2667193" y="4088180"/>
                </a:lnTo>
                <a:lnTo>
                  <a:pt x="2458516" y="3855297"/>
                </a:lnTo>
                <a:lnTo>
                  <a:pt x="3092166" y="3139957"/>
                </a:lnTo>
                <a:lnTo>
                  <a:pt x="2234161" y="3393450"/>
                </a:lnTo>
                <a:lnTo>
                  <a:pt x="1958426" y="3210016"/>
                </a:lnTo>
                <a:lnTo>
                  <a:pt x="2048529" y="2525903"/>
                </a:lnTo>
                <a:lnTo>
                  <a:pt x="2029144" y="2510902"/>
                </a:lnTo>
                <a:lnTo>
                  <a:pt x="1998358" y="2494399"/>
                </a:lnTo>
                <a:lnTo>
                  <a:pt x="1797598" y="2622431"/>
                </a:lnTo>
                <a:lnTo>
                  <a:pt x="1910600" y="2812724"/>
                </a:lnTo>
                <a:lnTo>
                  <a:pt x="1785976" y="3445325"/>
                </a:lnTo>
                <a:lnTo>
                  <a:pt x="1507561" y="3393944"/>
                </a:lnTo>
                <a:lnTo>
                  <a:pt x="1224068" y="2998219"/>
                </a:lnTo>
                <a:lnTo>
                  <a:pt x="1209319" y="3067784"/>
                </a:lnTo>
                <a:lnTo>
                  <a:pt x="908488" y="3244596"/>
                </a:lnTo>
                <a:lnTo>
                  <a:pt x="610380" y="3193450"/>
                </a:lnTo>
                <a:lnTo>
                  <a:pt x="734837" y="2224861"/>
                </a:lnTo>
                <a:lnTo>
                  <a:pt x="613013" y="2156334"/>
                </a:lnTo>
                <a:lnTo>
                  <a:pt x="620670" y="2029464"/>
                </a:lnTo>
                <a:lnTo>
                  <a:pt x="0" y="1066710"/>
                </a:lnTo>
                <a:lnTo>
                  <a:pt x="111373" y="586271"/>
                </a:lnTo>
                <a:lnTo>
                  <a:pt x="898763" y="94149"/>
                </a:lnTo>
                <a:lnTo>
                  <a:pt x="961874" y="108195"/>
                </a:lnTo>
                <a:lnTo>
                  <a:pt x="967157" y="82026"/>
                </a:lnTo>
                <a:cubicBezTo>
                  <a:pt x="987546" y="33823"/>
                  <a:pt x="1035276" y="0"/>
                  <a:pt x="1090906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 dirty="0"/>
          </a:p>
        </p:txBody>
      </p:sp>
      <p:sp>
        <p:nvSpPr>
          <p:cNvPr id="8" name="COLOR 2">
            <a:extLst>
              <a:ext uri="{FF2B5EF4-FFF2-40B4-BE49-F238E27FC236}">
                <a16:creationId xmlns:a16="http://schemas.microsoft.com/office/drawing/2014/main" id="{D7E0914E-DDD2-F970-6B60-17A2FE03A43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3905" y="5973538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BAD34A"/>
                </a:solidFill>
                <a:latin typeface="Amatic" pitchFamily="2" charset="0"/>
              </a:rPr>
              <a:t>IMÁGENES DECORATIVAS</a:t>
            </a:r>
          </a:p>
        </p:txBody>
      </p:sp>
      <p:sp>
        <p:nvSpPr>
          <p:cNvPr id="9" name="COLOR 2">
            <a:extLst>
              <a:ext uri="{FF2B5EF4-FFF2-40B4-BE49-F238E27FC236}">
                <a16:creationId xmlns:a16="http://schemas.microsoft.com/office/drawing/2014/main" id="{77F03B2E-9DF3-BC69-3006-CFC204144D7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760891">
            <a:off x="1590783" y="7081759"/>
            <a:ext cx="1104350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COLOR 2">
            <a:extLst>
              <a:ext uri="{FF2B5EF4-FFF2-40B4-BE49-F238E27FC236}">
                <a16:creationId xmlns:a16="http://schemas.microsoft.com/office/drawing/2014/main" id="{6D9001F8-592D-9D05-80C9-B8FBFD9EA56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760891">
            <a:off x="2354545" y="7662634"/>
            <a:ext cx="174728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PNG 2">
            <a:extLst>
              <a:ext uri="{FF2B5EF4-FFF2-40B4-BE49-F238E27FC236}">
                <a16:creationId xmlns:a16="http://schemas.microsoft.com/office/drawing/2014/main" id="{B9D68F69-F41F-58C1-722A-2AB38643D2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386711">
            <a:off x="6119450" y="3788901"/>
            <a:ext cx="1572336" cy="15293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3" name="PNG 1">
            <a:extLst>
              <a:ext uri="{FF2B5EF4-FFF2-40B4-BE49-F238E27FC236}">
                <a16:creationId xmlns:a16="http://schemas.microsoft.com/office/drawing/2014/main" id="{87110151-4978-5D9E-D636-7025179636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81868" y="6947339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4" name="PNG 2">
            <a:extLst>
              <a:ext uri="{FF2B5EF4-FFF2-40B4-BE49-F238E27FC236}">
                <a16:creationId xmlns:a16="http://schemas.microsoft.com/office/drawing/2014/main" id="{A2B18D29-0991-8698-8352-DC1C2E9D4C2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76871" y="6947339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5" name="PNG 3">
            <a:extLst>
              <a:ext uri="{FF2B5EF4-FFF2-40B4-BE49-F238E27FC236}">
                <a16:creationId xmlns:a16="http://schemas.microsoft.com/office/drawing/2014/main" id="{9A4B13AC-E081-0934-4D2F-398CD2A4E31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9369" y="9004136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6" name="PNG 4">
            <a:extLst>
              <a:ext uri="{FF2B5EF4-FFF2-40B4-BE49-F238E27FC236}">
                <a16:creationId xmlns:a16="http://schemas.microsoft.com/office/drawing/2014/main" id="{968FA9E3-606F-964C-6D57-65A6C3F90BB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1309">
            <a:off x="2362974" y="2224860"/>
            <a:ext cx="1686631" cy="14256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7" name="PNG 6">
            <a:extLst>
              <a:ext uri="{FF2B5EF4-FFF2-40B4-BE49-F238E27FC236}">
                <a16:creationId xmlns:a16="http://schemas.microsoft.com/office/drawing/2014/main" id="{D68A977D-25BD-1990-A94C-0EE3B8A165F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34367" y="6947339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8" name="PNG 7">
            <a:extLst>
              <a:ext uri="{FF2B5EF4-FFF2-40B4-BE49-F238E27FC236}">
                <a16:creationId xmlns:a16="http://schemas.microsoft.com/office/drawing/2014/main" id="{171B937A-4D0F-A06A-8CA5-BFA67BA1E6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029369" y="6947339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19" name="PNG 10">
            <a:extLst>
              <a:ext uri="{FF2B5EF4-FFF2-40B4-BE49-F238E27FC236}">
                <a16:creationId xmlns:a16="http://schemas.microsoft.com/office/drawing/2014/main" id="{B5830569-A80C-F2EC-4F66-6A25113B87A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81868" y="9004136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 dirty="0"/>
          </a:p>
        </p:txBody>
      </p:sp>
      <p:sp>
        <p:nvSpPr>
          <p:cNvPr id="20" name="PNG 11">
            <a:extLst>
              <a:ext uri="{FF2B5EF4-FFF2-40B4-BE49-F238E27FC236}">
                <a16:creationId xmlns:a16="http://schemas.microsoft.com/office/drawing/2014/main" id="{9A2AED74-2159-4348-8F19-72BCB878E9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134367" y="9004136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1" name="PNG 12">
            <a:extLst>
              <a:ext uri="{FF2B5EF4-FFF2-40B4-BE49-F238E27FC236}">
                <a16:creationId xmlns:a16="http://schemas.microsoft.com/office/drawing/2014/main" id="{7A593C93-0C6D-BBE9-7584-F180AF9313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76871" y="9004136"/>
            <a:ext cx="1800000" cy="18000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2" name="NOMBRE">
            <a:extLst>
              <a:ext uri="{FF2B5EF4-FFF2-40B4-BE49-F238E27FC236}">
                <a16:creationId xmlns:a16="http://schemas.microsoft.com/office/drawing/2014/main" id="{0ECBD2BF-A19A-6C47-47F5-69E5804B31C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469802">
            <a:off x="2388506" y="1398742"/>
            <a:ext cx="1874036" cy="538589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  <p:sp>
        <p:nvSpPr>
          <p:cNvPr id="23" name="NOMBRE">
            <a:extLst>
              <a:ext uri="{FF2B5EF4-FFF2-40B4-BE49-F238E27FC236}">
                <a16:creationId xmlns:a16="http://schemas.microsoft.com/office/drawing/2014/main" id="{698EB52A-C888-17D1-5E63-8C70AC8C869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508629">
            <a:off x="6881499" y="3357639"/>
            <a:ext cx="1747039" cy="577739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044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789FA-6882-266B-64AC-240E46B8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A6031809-6071-A10A-DAFF-F117CFB46E0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64" y="9248445"/>
            <a:ext cx="2199809" cy="1703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E66D7236-847E-E6B2-A494-ACD1950C217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264" y="7463092"/>
            <a:ext cx="2199809" cy="1703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323D83E-42F8-B0A6-C342-29928729E17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" y="5656273"/>
            <a:ext cx="2199809" cy="17039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FONDO 6">
            <a:extLst>
              <a:ext uri="{FF2B5EF4-FFF2-40B4-BE49-F238E27FC236}">
                <a16:creationId xmlns:a16="http://schemas.microsoft.com/office/drawing/2014/main" id="{FF2B3714-632D-0DDD-AB0F-F44CB8D57AC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713077" y="5247033"/>
            <a:ext cx="1686893" cy="30812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>
              <a:noFill/>
            </a:endParaRPr>
          </a:p>
        </p:txBody>
      </p:sp>
      <p:sp>
        <p:nvSpPr>
          <p:cNvPr id="7" name="FONDO 4">
            <a:extLst>
              <a:ext uri="{FF2B5EF4-FFF2-40B4-BE49-F238E27FC236}">
                <a16:creationId xmlns:a16="http://schemas.microsoft.com/office/drawing/2014/main" id="{4C4ADA9D-7566-3E1B-230D-6C3D68CBE6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713080" y="7038476"/>
            <a:ext cx="1686893" cy="308126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>
              <a:noFill/>
            </a:endParaRPr>
          </a:p>
        </p:txBody>
      </p:sp>
      <p:sp>
        <p:nvSpPr>
          <p:cNvPr id="8" name="COLOR 3">
            <a:extLst>
              <a:ext uri="{FF2B5EF4-FFF2-40B4-BE49-F238E27FC236}">
                <a16:creationId xmlns:a16="http://schemas.microsoft.com/office/drawing/2014/main" id="{7640EB13-A85F-0042-777C-A8C519B40C9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378890" y="50010"/>
            <a:ext cx="3880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000" b="1" dirty="0">
                <a:solidFill>
                  <a:srgbClr val="23A2A7"/>
                </a:solidFill>
                <a:latin typeface="Amatic" pitchFamily="2" charset="0"/>
              </a:rPr>
              <a:t>BANDERINES  DECORATIVOS</a:t>
            </a:r>
          </a:p>
        </p:txBody>
      </p:sp>
      <p:sp>
        <p:nvSpPr>
          <p:cNvPr id="9" name="COLOR 3">
            <a:extLst>
              <a:ext uri="{FF2B5EF4-FFF2-40B4-BE49-F238E27FC236}">
                <a16:creationId xmlns:a16="http://schemas.microsoft.com/office/drawing/2014/main" id="{7EC4B89B-BE66-EB6F-A3B0-DF0F156E90E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475620" y="3848208"/>
            <a:ext cx="31485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000" b="1" dirty="0">
                <a:solidFill>
                  <a:srgbClr val="23A2A7"/>
                </a:solidFill>
                <a:latin typeface="Amatic" pitchFamily="2" charset="0"/>
              </a:rPr>
              <a:t>TARJETAS  “GRACIAS POR  VENIR”</a:t>
            </a:r>
          </a:p>
        </p:txBody>
      </p:sp>
      <p:sp>
        <p:nvSpPr>
          <p:cNvPr id="10" name="COLOR 3">
            <a:extLst>
              <a:ext uri="{FF2B5EF4-FFF2-40B4-BE49-F238E27FC236}">
                <a16:creationId xmlns:a16="http://schemas.microsoft.com/office/drawing/2014/main" id="{03A57192-CA70-EDF5-4162-CC93153044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5400000">
            <a:off x="4606887" y="5784616"/>
            <a:ext cx="22569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000" b="1" dirty="0">
                <a:solidFill>
                  <a:srgbClr val="23A2A7"/>
                </a:solidFill>
                <a:latin typeface="Amatic" pitchFamily="2" charset="0"/>
              </a:rPr>
              <a:t>banderitas</a:t>
            </a:r>
            <a:endParaRPr lang="es-AR" sz="3600" b="1" dirty="0">
              <a:solidFill>
                <a:srgbClr val="23A2A7"/>
              </a:solidFill>
              <a:latin typeface="Amatic" pitchFamily="2" charset="0"/>
            </a:endParaRPr>
          </a:p>
        </p:txBody>
      </p:sp>
      <p:sp>
        <p:nvSpPr>
          <p:cNvPr id="11" name="COLOR 3">
            <a:extLst>
              <a:ext uri="{FF2B5EF4-FFF2-40B4-BE49-F238E27FC236}">
                <a16:creationId xmlns:a16="http://schemas.microsoft.com/office/drawing/2014/main" id="{B1C791DF-8BDB-222C-E268-4D11DD84DB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 flipH="1">
            <a:off x="3295546" y="491920"/>
            <a:ext cx="1091455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2" name="COLOR 3">
            <a:extLst>
              <a:ext uri="{FF2B5EF4-FFF2-40B4-BE49-F238E27FC236}">
                <a16:creationId xmlns:a16="http://schemas.microsoft.com/office/drawing/2014/main" id="{99DCBFA1-BECF-640F-D506-79FFB06DE6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 flipH="1">
            <a:off x="4267947" y="415951"/>
            <a:ext cx="172688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3" name="COLOR 3">
            <a:extLst>
              <a:ext uri="{FF2B5EF4-FFF2-40B4-BE49-F238E27FC236}">
                <a16:creationId xmlns:a16="http://schemas.microsoft.com/office/drawing/2014/main" id="{A3BE7E11-23C5-5871-2E16-2DB59AC418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56736" flipV="1">
            <a:off x="5094369" y="4496866"/>
            <a:ext cx="861970" cy="450952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4" name="COLOR 3">
            <a:extLst>
              <a:ext uri="{FF2B5EF4-FFF2-40B4-BE49-F238E27FC236}">
                <a16:creationId xmlns:a16="http://schemas.microsoft.com/office/drawing/2014/main" id="{6CDC1A4F-4B9D-5CB7-B34D-5CBBC2D5DD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6056736" flipV="1">
            <a:off x="5565503" y="5052462"/>
            <a:ext cx="136379" cy="20704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5" name="COLOR 3">
            <a:extLst>
              <a:ext uri="{FF2B5EF4-FFF2-40B4-BE49-F238E27FC236}">
                <a16:creationId xmlns:a16="http://schemas.microsoft.com/office/drawing/2014/main" id="{567EA2ED-8DAA-F1F7-E8FB-F3DFC60111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9179001" flipV="1">
            <a:off x="6833136" y="4668160"/>
            <a:ext cx="861936" cy="445301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6" name="COLOR 3">
            <a:extLst>
              <a:ext uri="{FF2B5EF4-FFF2-40B4-BE49-F238E27FC236}">
                <a16:creationId xmlns:a16="http://schemas.microsoft.com/office/drawing/2014/main" id="{472B947D-CB44-3ED9-799A-B354C3066A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9179001" flipV="1">
            <a:off x="7384279" y="4383976"/>
            <a:ext cx="136376" cy="204449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279B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7" name="FONDO 3">
            <a:extLst>
              <a:ext uri="{FF2B5EF4-FFF2-40B4-BE49-F238E27FC236}">
                <a16:creationId xmlns:a16="http://schemas.microsoft.com/office/drawing/2014/main" id="{9E4F63F4-83A6-A18D-56AA-2CE6E2D46C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60000">
            <a:off x="3731862" y="1606509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>
              <a:noFill/>
            </a:endParaRPr>
          </a:p>
        </p:txBody>
      </p:sp>
      <p:sp>
        <p:nvSpPr>
          <p:cNvPr id="18" name="FONDO 2">
            <a:extLst>
              <a:ext uri="{FF2B5EF4-FFF2-40B4-BE49-F238E27FC236}">
                <a16:creationId xmlns:a16="http://schemas.microsoft.com/office/drawing/2014/main" id="{D8115CDA-6301-EF6C-CDE1-C4A4E0F95A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200000">
            <a:off x="1967929" y="1200065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/>
          </a:p>
        </p:txBody>
      </p:sp>
      <p:sp>
        <p:nvSpPr>
          <p:cNvPr id="19" name="FONDO 1">
            <a:extLst>
              <a:ext uri="{FF2B5EF4-FFF2-40B4-BE49-F238E27FC236}">
                <a16:creationId xmlns:a16="http://schemas.microsoft.com/office/drawing/2014/main" id="{0EE7DF2B-8EC1-6341-F11F-B7430E2CDA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500000">
            <a:off x="443623" y="559655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/>
          </a:p>
        </p:txBody>
      </p:sp>
      <p:sp>
        <p:nvSpPr>
          <p:cNvPr id="20" name="FONDO 4">
            <a:extLst>
              <a:ext uri="{FF2B5EF4-FFF2-40B4-BE49-F238E27FC236}">
                <a16:creationId xmlns:a16="http://schemas.microsoft.com/office/drawing/2014/main" id="{6625D0DE-7B2C-9AF2-8E43-887755E040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240000">
            <a:off x="5494544" y="1605892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>
              <a:noFill/>
            </a:endParaRPr>
          </a:p>
        </p:txBody>
      </p:sp>
      <p:sp>
        <p:nvSpPr>
          <p:cNvPr id="21" name="FONDO 1">
            <a:extLst>
              <a:ext uri="{FF2B5EF4-FFF2-40B4-BE49-F238E27FC236}">
                <a16:creationId xmlns:a16="http://schemas.microsoft.com/office/drawing/2014/main" id="{4702C9D0-6F1E-62AE-1DDE-3EF275BCE3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400000">
            <a:off x="7268106" y="1198041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/>
          </a:p>
        </p:txBody>
      </p:sp>
      <p:sp>
        <p:nvSpPr>
          <p:cNvPr id="22" name="FONDO 2">
            <a:extLst>
              <a:ext uri="{FF2B5EF4-FFF2-40B4-BE49-F238E27FC236}">
                <a16:creationId xmlns:a16="http://schemas.microsoft.com/office/drawing/2014/main" id="{9ACEC908-C8A7-8C77-B776-9BB1A92A56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100000">
            <a:off x="8795350" y="559570"/>
            <a:ext cx="1576581" cy="2160045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/>
          </a:p>
        </p:txBody>
      </p:sp>
      <p:sp>
        <p:nvSpPr>
          <p:cNvPr id="23" name="FONDO 6">
            <a:extLst>
              <a:ext uri="{FF2B5EF4-FFF2-40B4-BE49-F238E27FC236}">
                <a16:creationId xmlns:a16="http://schemas.microsoft.com/office/drawing/2014/main" id="{2522270D-6731-046D-81A4-5A6958BBF0D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rot="5400000" flipV="1">
            <a:off x="2902359" y="5250938"/>
            <a:ext cx="1686699" cy="3081266"/>
          </a:xfrm>
          <a:custGeom>
            <a:avLst/>
            <a:gdLst>
              <a:gd name="connsiteX0" fmla="*/ 0 w 4358140"/>
              <a:gd name="connsiteY0" fmla="*/ 0 h 4644189"/>
              <a:gd name="connsiteX1" fmla="*/ 4358139 w 4358140"/>
              <a:gd name="connsiteY1" fmla="*/ 0 h 4644189"/>
              <a:gd name="connsiteX2" fmla="*/ 4358139 w 4358140"/>
              <a:gd name="connsiteY2" fmla="*/ 3474718 h 4644189"/>
              <a:gd name="connsiteX3" fmla="*/ 4358140 w 4358140"/>
              <a:gd name="connsiteY3" fmla="*/ 3474719 h 4644189"/>
              <a:gd name="connsiteX4" fmla="*/ 4358140 w 4358140"/>
              <a:gd name="connsiteY4" fmla="*/ 4644189 h 4644189"/>
              <a:gd name="connsiteX5" fmla="*/ 2179072 w 4358140"/>
              <a:gd name="connsiteY5" fmla="*/ 3474720 h 4644189"/>
              <a:gd name="connsiteX6" fmla="*/ 2179067 w 4358140"/>
              <a:gd name="connsiteY6" fmla="*/ 3474720 h 4644189"/>
              <a:gd name="connsiteX7" fmla="*/ 0 w 4358140"/>
              <a:gd name="connsiteY7" fmla="*/ 4644189 h 4644189"/>
              <a:gd name="connsiteX8" fmla="*/ 0 w 4358140"/>
              <a:gd name="connsiteY8" fmla="*/ 3474719 h 4644189"/>
              <a:gd name="connsiteX9" fmla="*/ 0 w 4358140"/>
              <a:gd name="connsiteY9" fmla="*/ 3474719 h 464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8140" h="4644189">
                <a:moveTo>
                  <a:pt x="0" y="0"/>
                </a:moveTo>
                <a:lnTo>
                  <a:pt x="4358139" y="0"/>
                </a:lnTo>
                <a:lnTo>
                  <a:pt x="4358139" y="3474718"/>
                </a:lnTo>
                <a:lnTo>
                  <a:pt x="4358140" y="3474719"/>
                </a:lnTo>
                <a:lnTo>
                  <a:pt x="4358140" y="4644189"/>
                </a:lnTo>
                <a:lnTo>
                  <a:pt x="2179072" y="3474720"/>
                </a:lnTo>
                <a:lnTo>
                  <a:pt x="2179067" y="3474720"/>
                </a:lnTo>
                <a:lnTo>
                  <a:pt x="0" y="4644189"/>
                </a:lnTo>
                <a:lnTo>
                  <a:pt x="0" y="3474719"/>
                </a:lnTo>
                <a:lnTo>
                  <a:pt x="0" y="347471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lang="es-AR" sz="1100" kern="0" dirty="0">
              <a:noFill/>
              <a:latin typeface="Calibri" panose="020F0502020204030204"/>
            </a:endParaRPr>
          </a:p>
        </p:txBody>
      </p:sp>
      <p:sp>
        <p:nvSpPr>
          <p:cNvPr id="24" name="FONDO 4">
            <a:extLst>
              <a:ext uri="{FF2B5EF4-FFF2-40B4-BE49-F238E27FC236}">
                <a16:creationId xmlns:a16="http://schemas.microsoft.com/office/drawing/2014/main" id="{6F73E00F-5946-C2EC-6FCD-9DE2282CCA00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rot="5400000" flipV="1">
            <a:off x="2902359" y="7038549"/>
            <a:ext cx="1686699" cy="3081266"/>
          </a:xfrm>
          <a:custGeom>
            <a:avLst/>
            <a:gdLst>
              <a:gd name="connsiteX0" fmla="*/ 0 w 4358140"/>
              <a:gd name="connsiteY0" fmla="*/ 0 h 4644189"/>
              <a:gd name="connsiteX1" fmla="*/ 4358139 w 4358140"/>
              <a:gd name="connsiteY1" fmla="*/ 0 h 4644189"/>
              <a:gd name="connsiteX2" fmla="*/ 4358139 w 4358140"/>
              <a:gd name="connsiteY2" fmla="*/ 3474718 h 4644189"/>
              <a:gd name="connsiteX3" fmla="*/ 4358140 w 4358140"/>
              <a:gd name="connsiteY3" fmla="*/ 3474719 h 4644189"/>
              <a:gd name="connsiteX4" fmla="*/ 4358140 w 4358140"/>
              <a:gd name="connsiteY4" fmla="*/ 4644189 h 4644189"/>
              <a:gd name="connsiteX5" fmla="*/ 2179072 w 4358140"/>
              <a:gd name="connsiteY5" fmla="*/ 3474720 h 4644189"/>
              <a:gd name="connsiteX6" fmla="*/ 2179067 w 4358140"/>
              <a:gd name="connsiteY6" fmla="*/ 3474720 h 4644189"/>
              <a:gd name="connsiteX7" fmla="*/ 0 w 4358140"/>
              <a:gd name="connsiteY7" fmla="*/ 4644189 h 4644189"/>
              <a:gd name="connsiteX8" fmla="*/ 0 w 4358140"/>
              <a:gd name="connsiteY8" fmla="*/ 3474719 h 4644189"/>
              <a:gd name="connsiteX9" fmla="*/ 0 w 4358140"/>
              <a:gd name="connsiteY9" fmla="*/ 3474719 h 464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8140" h="4644189">
                <a:moveTo>
                  <a:pt x="0" y="0"/>
                </a:moveTo>
                <a:lnTo>
                  <a:pt x="4358139" y="0"/>
                </a:lnTo>
                <a:lnTo>
                  <a:pt x="4358139" y="3474718"/>
                </a:lnTo>
                <a:lnTo>
                  <a:pt x="4358140" y="3474719"/>
                </a:lnTo>
                <a:lnTo>
                  <a:pt x="4358140" y="4644189"/>
                </a:lnTo>
                <a:lnTo>
                  <a:pt x="2179072" y="3474720"/>
                </a:lnTo>
                <a:lnTo>
                  <a:pt x="2179067" y="3474720"/>
                </a:lnTo>
                <a:lnTo>
                  <a:pt x="0" y="4644189"/>
                </a:lnTo>
                <a:lnTo>
                  <a:pt x="0" y="3474719"/>
                </a:lnTo>
                <a:lnTo>
                  <a:pt x="0" y="347471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lang="es-AR" sz="1100" kern="0" dirty="0">
              <a:noFill/>
              <a:latin typeface="Calibri" panose="020F0502020204030204"/>
            </a:endParaRPr>
          </a:p>
        </p:txBody>
      </p:sp>
      <p:sp>
        <p:nvSpPr>
          <p:cNvPr id="25" name="FONDO 3">
            <a:extLst>
              <a:ext uri="{FF2B5EF4-FFF2-40B4-BE49-F238E27FC236}">
                <a16:creationId xmlns:a16="http://schemas.microsoft.com/office/drawing/2014/main" id="{203A7169-F7B7-3C63-4A7B-23656661985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 rot="5400000" flipV="1">
            <a:off x="2902359" y="3442705"/>
            <a:ext cx="1686699" cy="3081266"/>
          </a:xfrm>
          <a:custGeom>
            <a:avLst/>
            <a:gdLst>
              <a:gd name="connsiteX0" fmla="*/ 0 w 4358140"/>
              <a:gd name="connsiteY0" fmla="*/ 0 h 4644189"/>
              <a:gd name="connsiteX1" fmla="*/ 4358139 w 4358140"/>
              <a:gd name="connsiteY1" fmla="*/ 0 h 4644189"/>
              <a:gd name="connsiteX2" fmla="*/ 4358139 w 4358140"/>
              <a:gd name="connsiteY2" fmla="*/ 3474718 h 4644189"/>
              <a:gd name="connsiteX3" fmla="*/ 4358140 w 4358140"/>
              <a:gd name="connsiteY3" fmla="*/ 3474719 h 4644189"/>
              <a:gd name="connsiteX4" fmla="*/ 4358140 w 4358140"/>
              <a:gd name="connsiteY4" fmla="*/ 4644189 h 4644189"/>
              <a:gd name="connsiteX5" fmla="*/ 2179072 w 4358140"/>
              <a:gd name="connsiteY5" fmla="*/ 3474720 h 4644189"/>
              <a:gd name="connsiteX6" fmla="*/ 2179067 w 4358140"/>
              <a:gd name="connsiteY6" fmla="*/ 3474720 h 4644189"/>
              <a:gd name="connsiteX7" fmla="*/ 0 w 4358140"/>
              <a:gd name="connsiteY7" fmla="*/ 4644189 h 4644189"/>
              <a:gd name="connsiteX8" fmla="*/ 0 w 4358140"/>
              <a:gd name="connsiteY8" fmla="*/ 3474719 h 4644189"/>
              <a:gd name="connsiteX9" fmla="*/ 0 w 4358140"/>
              <a:gd name="connsiteY9" fmla="*/ 3474719 h 464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8140" h="4644189">
                <a:moveTo>
                  <a:pt x="0" y="0"/>
                </a:moveTo>
                <a:lnTo>
                  <a:pt x="4358139" y="0"/>
                </a:lnTo>
                <a:lnTo>
                  <a:pt x="4358139" y="3474718"/>
                </a:lnTo>
                <a:lnTo>
                  <a:pt x="4358140" y="3474719"/>
                </a:lnTo>
                <a:lnTo>
                  <a:pt x="4358140" y="4644189"/>
                </a:lnTo>
                <a:lnTo>
                  <a:pt x="2179072" y="3474720"/>
                </a:lnTo>
                <a:lnTo>
                  <a:pt x="2179067" y="3474720"/>
                </a:lnTo>
                <a:lnTo>
                  <a:pt x="0" y="4644189"/>
                </a:lnTo>
                <a:lnTo>
                  <a:pt x="0" y="3474719"/>
                </a:lnTo>
                <a:lnTo>
                  <a:pt x="0" y="347471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 defTabSz="914400">
              <a:defRPr/>
            </a:pPr>
            <a:endParaRPr lang="es-AR" sz="1100" kern="0" dirty="0">
              <a:noFill/>
              <a:latin typeface="Calibri" panose="020F0502020204030204"/>
            </a:endParaRPr>
          </a:p>
        </p:txBody>
      </p:sp>
      <p:sp>
        <p:nvSpPr>
          <p:cNvPr id="26" name="FONDO 3">
            <a:extLst>
              <a:ext uri="{FF2B5EF4-FFF2-40B4-BE49-F238E27FC236}">
                <a16:creationId xmlns:a16="http://schemas.microsoft.com/office/drawing/2014/main" id="{913B7608-F9D3-12F8-C085-525660F0C3E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200000">
            <a:off x="702452" y="3442638"/>
            <a:ext cx="1686893" cy="308126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00">
              <a:noFill/>
            </a:endParaRPr>
          </a:p>
        </p:txBody>
      </p:sp>
      <p:sp>
        <p:nvSpPr>
          <p:cNvPr id="27" name="FONDO 1">
            <a:extLst>
              <a:ext uri="{FF2B5EF4-FFF2-40B4-BE49-F238E27FC236}">
                <a16:creationId xmlns:a16="http://schemas.microsoft.com/office/drawing/2014/main" id="{F247C4F1-762D-4FD9-91A6-8D22A40FBB7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39986" y="5457931"/>
            <a:ext cx="3338038" cy="4628669"/>
          </a:xfrm>
          <a:custGeom>
            <a:avLst/>
            <a:gdLst>
              <a:gd name="connsiteX0" fmla="*/ 0 w 1600200"/>
              <a:gd name="connsiteY0" fmla="*/ 0 h 2514600"/>
              <a:gd name="connsiteX1" fmla="*/ 1600200 w 1600200"/>
              <a:gd name="connsiteY1" fmla="*/ 0 h 2514600"/>
              <a:gd name="connsiteX2" fmla="*/ 1600200 w 1600200"/>
              <a:gd name="connsiteY2" fmla="*/ 1242057 h 2514600"/>
              <a:gd name="connsiteX3" fmla="*/ 1600200 w 1600200"/>
              <a:gd name="connsiteY3" fmla="*/ 1828799 h 2514600"/>
              <a:gd name="connsiteX4" fmla="*/ 1600200 w 1600200"/>
              <a:gd name="connsiteY4" fmla="*/ 2514600 h 2514600"/>
              <a:gd name="connsiteX5" fmla="*/ 800100 w 1600200"/>
              <a:gd name="connsiteY5" fmla="*/ 2186943 h 2514600"/>
              <a:gd name="connsiteX6" fmla="*/ 0 w 1600200"/>
              <a:gd name="connsiteY6" fmla="*/ 2514600 h 2514600"/>
              <a:gd name="connsiteX7" fmla="*/ 0 w 1600200"/>
              <a:gd name="connsiteY7" fmla="*/ 1828799 h 2514600"/>
              <a:gd name="connsiteX8" fmla="*/ 0 w 1600200"/>
              <a:gd name="connsiteY8" fmla="*/ 1242057 h 251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00200" h="2514600">
                <a:moveTo>
                  <a:pt x="0" y="0"/>
                </a:moveTo>
                <a:lnTo>
                  <a:pt x="1600200" y="0"/>
                </a:lnTo>
                <a:lnTo>
                  <a:pt x="1600200" y="1242057"/>
                </a:lnTo>
                <a:lnTo>
                  <a:pt x="1600200" y="1828799"/>
                </a:lnTo>
                <a:lnTo>
                  <a:pt x="1600200" y="2514600"/>
                </a:lnTo>
                <a:lnTo>
                  <a:pt x="800100" y="2186943"/>
                </a:lnTo>
                <a:lnTo>
                  <a:pt x="0" y="2514600"/>
                </a:lnTo>
                <a:lnTo>
                  <a:pt x="0" y="1828799"/>
                </a:lnTo>
                <a:lnTo>
                  <a:pt x="0" y="12420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100">
              <a:noFill/>
            </a:endParaRPr>
          </a:p>
        </p:txBody>
      </p:sp>
      <p:sp>
        <p:nvSpPr>
          <p:cNvPr id="28" name="TEMATICA">
            <a:extLst>
              <a:ext uri="{FF2B5EF4-FFF2-40B4-BE49-F238E27FC236}">
                <a16:creationId xmlns:a16="http://schemas.microsoft.com/office/drawing/2014/main" id="{57575D23-E2B1-22AF-61BB-57B9EA60E03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15792" y="10066863"/>
            <a:ext cx="3098585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23A2A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4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30" name="PNG 3">
            <a:extLst>
              <a:ext uri="{FF2B5EF4-FFF2-40B4-BE49-F238E27FC236}">
                <a16:creationId xmlns:a16="http://schemas.microsoft.com/office/drawing/2014/main" id="{390DB140-C7F9-5EBE-A2A6-5F941530CD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23701" y="4139889"/>
            <a:ext cx="2054177" cy="16866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1" name="PNG 6">
            <a:extLst>
              <a:ext uri="{FF2B5EF4-FFF2-40B4-BE49-F238E27FC236}">
                <a16:creationId xmlns:a16="http://schemas.microsoft.com/office/drawing/2014/main" id="{1669D9B3-1935-D881-5DC4-118772FA91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23697" y="7735729"/>
            <a:ext cx="2054177" cy="16866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2" name="PNG 1">
            <a:extLst>
              <a:ext uri="{FF2B5EF4-FFF2-40B4-BE49-F238E27FC236}">
                <a16:creationId xmlns:a16="http://schemas.microsoft.com/office/drawing/2014/main" id="{A794F84B-1D5C-DB16-0529-5BABB29DB4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10430">
            <a:off x="526544" y="659783"/>
            <a:ext cx="1576581" cy="162465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3" name="PNG 2">
            <a:extLst>
              <a:ext uri="{FF2B5EF4-FFF2-40B4-BE49-F238E27FC236}">
                <a16:creationId xmlns:a16="http://schemas.microsoft.com/office/drawing/2014/main" id="{4058E182-9A51-148D-2A32-3D54423507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250234" y="6551315"/>
            <a:ext cx="2310950" cy="231433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4" name="PNG 2">
            <a:extLst>
              <a:ext uri="{FF2B5EF4-FFF2-40B4-BE49-F238E27FC236}">
                <a16:creationId xmlns:a16="http://schemas.microsoft.com/office/drawing/2014/main" id="{02915328-3B39-6DE4-8774-BC0E8A16DC0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351862">
            <a:off x="2059308" y="1276244"/>
            <a:ext cx="1576581" cy="1624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5" name="PNG 3">
            <a:extLst>
              <a:ext uri="{FF2B5EF4-FFF2-40B4-BE49-F238E27FC236}">
                <a16:creationId xmlns:a16="http://schemas.microsoft.com/office/drawing/2014/main" id="{0118AC34-8F93-E478-4D38-8F42F753A7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61042">
            <a:off x="3759755" y="1683024"/>
            <a:ext cx="1576581" cy="1624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6" name="PNG 4">
            <a:extLst>
              <a:ext uri="{FF2B5EF4-FFF2-40B4-BE49-F238E27FC236}">
                <a16:creationId xmlns:a16="http://schemas.microsoft.com/office/drawing/2014/main" id="{E7B370A3-3FF9-EC92-E7C6-F83A171A42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216758">
            <a:off x="5466528" y="1697422"/>
            <a:ext cx="1576581" cy="1624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7" name="PNG 5">
            <a:extLst>
              <a:ext uri="{FF2B5EF4-FFF2-40B4-BE49-F238E27FC236}">
                <a16:creationId xmlns:a16="http://schemas.microsoft.com/office/drawing/2014/main" id="{41333940-004A-F71A-FE1C-15F055DF84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403222">
            <a:off x="7198525" y="1348158"/>
            <a:ext cx="1576581" cy="1624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8" name="PNG 6">
            <a:extLst>
              <a:ext uri="{FF2B5EF4-FFF2-40B4-BE49-F238E27FC236}">
                <a16:creationId xmlns:a16="http://schemas.microsoft.com/office/drawing/2014/main" id="{6EE9F2BF-9C1F-64A6-A54D-3EF2429470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0129187">
            <a:off x="8727298" y="689729"/>
            <a:ext cx="1576581" cy="16246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/>
          </a:p>
        </p:txBody>
      </p:sp>
      <p:sp>
        <p:nvSpPr>
          <p:cNvPr id="39" name="PNG 10">
            <a:extLst>
              <a:ext uri="{FF2B5EF4-FFF2-40B4-BE49-F238E27FC236}">
                <a16:creationId xmlns:a16="http://schemas.microsoft.com/office/drawing/2014/main" id="{DE220807-A2F0-2B50-D015-517DC0F55C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423682" y="5948103"/>
            <a:ext cx="2054177" cy="16866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 dirty="0"/>
          </a:p>
        </p:txBody>
      </p:sp>
      <p:sp>
        <p:nvSpPr>
          <p:cNvPr id="40" name="DISEÑOTEXTO">
            <a:extLst>
              <a:ext uri="{FF2B5EF4-FFF2-40B4-BE49-F238E27FC236}">
                <a16:creationId xmlns:a16="http://schemas.microsoft.com/office/drawing/2014/main" id="{483B554C-6638-F614-39D1-94EC9C9FEC1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739954" y="5460151"/>
            <a:ext cx="3338038" cy="1363038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lvl="0" algn="ctr"/>
            <a:r>
              <a:rPr lang="es-AR" sz="2000" b="1" dirty="0">
                <a:ln w="12700">
                  <a:solidFill>
                    <a:schemeClr val="bg1"/>
                  </a:solidFill>
                </a:ln>
                <a:solidFill>
                  <a:srgbClr val="FFFFFF"/>
                </a:solidFill>
                <a:effectLst>
                  <a:glow rad="25400">
                    <a:srgbClr val="FB161F"/>
                  </a:glow>
                </a:effectLst>
                <a:latin typeface="Bebas" panose="020B0606020202050201" pitchFamily="34" charset="0"/>
              </a:rPr>
              <a:t>¡Gracias por venir!</a:t>
            </a:r>
          </a:p>
        </p:txBody>
      </p:sp>
      <p:sp>
        <p:nvSpPr>
          <p:cNvPr id="41" name="EDAD">
            <a:extLst>
              <a:ext uri="{FF2B5EF4-FFF2-40B4-BE49-F238E27FC236}">
                <a16:creationId xmlns:a16="http://schemas.microsoft.com/office/drawing/2014/main" id="{2F0E1845-E02B-EEAA-0CCB-FBEE96D971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793" y="4139951"/>
            <a:ext cx="1934627" cy="1686699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42" name="NOMBRE">
            <a:extLst>
              <a:ext uri="{FF2B5EF4-FFF2-40B4-BE49-F238E27FC236}">
                <a16:creationId xmlns:a16="http://schemas.microsoft.com/office/drawing/2014/main" id="{45B20A8D-4E73-6CE7-FACA-9C2D32F83E3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93453" y="8387656"/>
            <a:ext cx="2824495" cy="925734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  <p:sp>
        <p:nvSpPr>
          <p:cNvPr id="43" name="NOMBRE">
            <a:extLst>
              <a:ext uri="{FF2B5EF4-FFF2-40B4-BE49-F238E27FC236}">
                <a16:creationId xmlns:a16="http://schemas.microsoft.com/office/drawing/2014/main" id="{38496253-356C-74EC-5A8F-59054B8ECF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771" y="8270435"/>
            <a:ext cx="1963184" cy="632511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  <p:sp>
        <p:nvSpPr>
          <p:cNvPr id="44" name="NOMBRE">
            <a:extLst>
              <a:ext uri="{FF2B5EF4-FFF2-40B4-BE49-F238E27FC236}">
                <a16:creationId xmlns:a16="http://schemas.microsoft.com/office/drawing/2014/main" id="{D5D48335-C8CB-0B22-FD94-AD3B03B61C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575" y="6476848"/>
            <a:ext cx="1884323" cy="632511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43297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48B9C-3E29-EDA7-F4FB-8E020D27D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LOR 1">
            <a:extLst>
              <a:ext uri="{FF2B5EF4-FFF2-40B4-BE49-F238E27FC236}">
                <a16:creationId xmlns:a16="http://schemas.microsoft.com/office/drawing/2014/main" id="{14E40FE9-E21C-631C-43CF-85A731F153C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37267" y="9537393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BAD34A"/>
                </a:solidFill>
                <a:latin typeface="Amatic" pitchFamily="2" charset="0"/>
              </a:rPr>
              <a:t>MANTEL  INDIVIDUAL</a:t>
            </a:r>
          </a:p>
        </p:txBody>
      </p:sp>
      <p:sp>
        <p:nvSpPr>
          <p:cNvPr id="4" name="COLOR 1">
            <a:extLst>
              <a:ext uri="{FF2B5EF4-FFF2-40B4-BE49-F238E27FC236}">
                <a16:creationId xmlns:a16="http://schemas.microsoft.com/office/drawing/2014/main" id="{1DBF5B58-7B5F-1B10-2E7F-C478DE8207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72176">
            <a:off x="5527831" y="9360030"/>
            <a:ext cx="1121843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5" name="COLOR 1">
            <a:extLst>
              <a:ext uri="{FF2B5EF4-FFF2-40B4-BE49-F238E27FC236}">
                <a16:creationId xmlns:a16="http://schemas.microsoft.com/office/drawing/2014/main" id="{B839D688-A90D-6B9E-B7C1-84B48BEC5C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672176">
            <a:off x="6365633" y="9935644"/>
            <a:ext cx="177497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BAD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FONDO 2">
            <a:extLst>
              <a:ext uri="{FF2B5EF4-FFF2-40B4-BE49-F238E27FC236}">
                <a16:creationId xmlns:a16="http://schemas.microsoft.com/office/drawing/2014/main" id="{BEE35863-2672-0E1A-39EC-DCC2B934B3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201255">
            <a:off x="959861" y="1801305"/>
            <a:ext cx="8743040" cy="7148721"/>
          </a:xfrm>
          <a:prstGeom prst="roundRect">
            <a:avLst>
              <a:gd name="adj" fmla="val 10032"/>
            </a:avLst>
          </a:pr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200" dirty="0">
              <a:noFill/>
            </a:endParaRPr>
          </a:p>
        </p:txBody>
      </p:sp>
      <p:sp>
        <p:nvSpPr>
          <p:cNvPr id="7" name="TEMATICA">
            <a:extLst>
              <a:ext uri="{FF2B5EF4-FFF2-40B4-BE49-F238E27FC236}">
                <a16:creationId xmlns:a16="http://schemas.microsoft.com/office/drawing/2014/main" id="{461386D6-7F13-B013-D349-A7E59C94EF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10066863"/>
            <a:ext cx="3103125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B1C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8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8" name="TEMATICA">
            <a:extLst>
              <a:ext uri="{FF2B5EF4-FFF2-40B4-BE49-F238E27FC236}">
                <a16:creationId xmlns:a16="http://schemas.microsoft.com/office/drawing/2014/main" id="{C2881C46-F479-B455-48A8-59BCD1D6E3B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0009265"/>
            <a:ext cx="31031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tabLst>
                <a:tab pos="372703" algn="l"/>
              </a:tabLst>
            </a:pPr>
            <a:endParaRPr lang="es-AR" sz="2800" dirty="0">
              <a:solidFill>
                <a:schemeClr val="bg1"/>
              </a:solidFill>
              <a:latin typeface="Amatic SC" pitchFamily="2" charset="0"/>
              <a:cs typeface="Aharoni" panose="02010803020104030203" pitchFamily="2" charset="-79"/>
            </a:endParaRPr>
          </a:p>
        </p:txBody>
      </p:sp>
      <p:sp>
        <p:nvSpPr>
          <p:cNvPr id="9" name="EDAD">
            <a:extLst>
              <a:ext uri="{FF2B5EF4-FFF2-40B4-BE49-F238E27FC236}">
                <a16:creationId xmlns:a16="http://schemas.microsoft.com/office/drawing/2014/main" id="{60C38709-9678-49E1-AEE3-B6B8DDAE66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201255">
            <a:off x="8868534" y="6934507"/>
            <a:ext cx="796455" cy="1484331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rmAutofit/>
          </a:bodyPr>
          <a:lstStyle/>
          <a:p>
            <a:pPr algn="ctr"/>
            <a:endParaRPr lang="es-AR" dirty="0"/>
          </a:p>
        </p:txBody>
      </p:sp>
      <p:sp>
        <p:nvSpPr>
          <p:cNvPr id="10" name="NOMBRE">
            <a:extLst>
              <a:ext uri="{FF2B5EF4-FFF2-40B4-BE49-F238E27FC236}">
                <a16:creationId xmlns:a16="http://schemas.microsoft.com/office/drawing/2014/main" id="{C6924225-74A5-B45D-C113-4EC6A39E97B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21112061">
            <a:off x="6839446" y="7356838"/>
            <a:ext cx="1982858" cy="1135078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852745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49A45-8AE3-20AC-3065-8AC4C1664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6DD0303C-A484-AFDA-34A4-584F1F994A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362058" y="8467513"/>
            <a:ext cx="4367070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spc="300" dirty="0">
                <a:solidFill>
                  <a:srgbClr val="1EA1AE"/>
                </a:solidFill>
                <a:latin typeface="Amatic" pitchFamily="2" charset="0"/>
              </a:rPr>
              <a:t>BOLSITA GOLOSINERA</a:t>
            </a:r>
          </a:p>
        </p:txBody>
      </p:sp>
      <p:sp>
        <p:nvSpPr>
          <p:cNvPr id="5" name="Forma libre: forma 4">
            <a:extLst>
              <a:ext uri="{FF2B5EF4-FFF2-40B4-BE49-F238E27FC236}">
                <a16:creationId xmlns:a16="http://schemas.microsoft.com/office/drawing/2014/main" id="{05BB382F-4CE4-36A3-C0D7-C28F4E42A91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175301">
            <a:off x="674856" y="7965123"/>
            <a:ext cx="1359028" cy="571309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339E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6" name="Forma libre: forma 5">
            <a:extLst>
              <a:ext uri="{FF2B5EF4-FFF2-40B4-BE49-F238E27FC236}">
                <a16:creationId xmlns:a16="http://schemas.microsoft.com/office/drawing/2014/main" id="{2900E461-D39C-C83A-3B61-DFE961FDA5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3175301">
            <a:off x="1441375" y="8773302"/>
            <a:ext cx="215023" cy="262302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339E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0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7" name="FONDO 3">
            <a:extLst>
              <a:ext uri="{FF2B5EF4-FFF2-40B4-BE49-F238E27FC236}">
                <a16:creationId xmlns:a16="http://schemas.microsoft.com/office/drawing/2014/main" id="{2D7D6BBB-58A1-4C74-FFB6-FCDBA3F6DE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45400" y="380054"/>
            <a:ext cx="9257337" cy="7817308"/>
          </a:xfrm>
          <a:custGeom>
            <a:avLst/>
            <a:gdLst>
              <a:gd name="connsiteX0" fmla="*/ 3906131 w 6542698"/>
              <a:gd name="connsiteY0" fmla="*/ 313418 h 6781960"/>
              <a:gd name="connsiteX1" fmla="*/ 3334199 w 6542698"/>
              <a:gd name="connsiteY1" fmla="*/ 885350 h 6781960"/>
              <a:gd name="connsiteX2" fmla="*/ 3335351 w 6542698"/>
              <a:gd name="connsiteY2" fmla="*/ 896780 h 6781960"/>
              <a:gd name="connsiteX3" fmla="*/ 4476911 w 6542698"/>
              <a:gd name="connsiteY3" fmla="*/ 896780 h 6781960"/>
              <a:gd name="connsiteX4" fmla="*/ 4478063 w 6542698"/>
              <a:gd name="connsiteY4" fmla="*/ 885350 h 6781960"/>
              <a:gd name="connsiteX5" fmla="*/ 3906131 w 6542698"/>
              <a:gd name="connsiteY5" fmla="*/ 313418 h 6781960"/>
              <a:gd name="connsiteX6" fmla="*/ 878234 w 6542698"/>
              <a:gd name="connsiteY6" fmla="*/ 313418 h 6781960"/>
              <a:gd name="connsiteX7" fmla="*/ 298098 w 6542698"/>
              <a:gd name="connsiteY7" fmla="*/ 885350 h 6781960"/>
              <a:gd name="connsiteX8" fmla="*/ 299267 w 6542698"/>
              <a:gd name="connsiteY8" fmla="*/ 896780 h 6781960"/>
              <a:gd name="connsiteX9" fmla="*/ 1457202 w 6542698"/>
              <a:gd name="connsiteY9" fmla="*/ 896780 h 6781960"/>
              <a:gd name="connsiteX10" fmla="*/ 1458370 w 6542698"/>
              <a:gd name="connsiteY10" fmla="*/ 885350 h 6781960"/>
              <a:gd name="connsiteX11" fmla="*/ 878234 w 6542698"/>
              <a:gd name="connsiteY11" fmla="*/ 313418 h 6781960"/>
              <a:gd name="connsiteX12" fmla="*/ 901860 w 6542698"/>
              <a:gd name="connsiteY12" fmla="*/ 0 h 6781960"/>
              <a:gd name="connsiteX13" fmla="*/ 1799910 w 6542698"/>
              <a:gd name="connsiteY13" fmla="*/ 885350 h 6781960"/>
              <a:gd name="connsiteX14" fmla="*/ 1799325 w 6542698"/>
              <a:gd name="connsiteY14" fmla="*/ 896780 h 6781960"/>
              <a:gd name="connsiteX15" fmla="*/ 3044650 w 6542698"/>
              <a:gd name="connsiteY15" fmla="*/ 896780 h 6781960"/>
              <a:gd name="connsiteX16" fmla="*/ 3044073 w 6542698"/>
              <a:gd name="connsiteY16" fmla="*/ 885350 h 6781960"/>
              <a:gd name="connsiteX17" fmla="*/ 3929423 w 6542698"/>
              <a:gd name="connsiteY17" fmla="*/ 0 h 6781960"/>
              <a:gd name="connsiteX18" fmla="*/ 4814773 w 6542698"/>
              <a:gd name="connsiteY18" fmla="*/ 885350 h 6781960"/>
              <a:gd name="connsiteX19" fmla="*/ 4814196 w 6542698"/>
              <a:gd name="connsiteY19" fmla="*/ 896780 h 6781960"/>
              <a:gd name="connsiteX20" fmla="*/ 6124978 w 6542698"/>
              <a:gd name="connsiteY20" fmla="*/ 896780 h 6781960"/>
              <a:gd name="connsiteX21" fmla="*/ 6542698 w 6542698"/>
              <a:gd name="connsiteY21" fmla="*/ 1214915 h 6781960"/>
              <a:gd name="connsiteX22" fmla="*/ 6542698 w 6542698"/>
              <a:gd name="connsiteY22" fmla="*/ 5228165 h 6781960"/>
              <a:gd name="connsiteX23" fmla="*/ 6124978 w 6542698"/>
              <a:gd name="connsiteY23" fmla="*/ 5576780 h 6781960"/>
              <a:gd name="connsiteX24" fmla="*/ 6066833 w 6542698"/>
              <a:gd name="connsiteY24" fmla="*/ 5576780 h 6781960"/>
              <a:gd name="connsiteX25" fmla="*/ 6066833 w 6542698"/>
              <a:gd name="connsiteY25" fmla="*/ 6781960 h 6781960"/>
              <a:gd name="connsiteX26" fmla="*/ 5589948 w 6542698"/>
              <a:gd name="connsiteY26" fmla="*/ 6781960 h 6781960"/>
              <a:gd name="connsiteX27" fmla="*/ 5441993 w 6542698"/>
              <a:gd name="connsiteY27" fmla="*/ 6304440 h 6781960"/>
              <a:gd name="connsiteX28" fmla="*/ 4781593 w 6542698"/>
              <a:gd name="connsiteY28" fmla="*/ 5576780 h 6781960"/>
              <a:gd name="connsiteX29" fmla="*/ 4777783 w 6542698"/>
              <a:gd name="connsiteY29" fmla="*/ 5576780 h 6781960"/>
              <a:gd name="connsiteX30" fmla="*/ 4777783 w 6542698"/>
              <a:gd name="connsiteY30" fmla="*/ 6781960 h 6781960"/>
              <a:gd name="connsiteX31" fmla="*/ 4400592 w 6542698"/>
              <a:gd name="connsiteY31" fmla="*/ 6781960 h 6781960"/>
              <a:gd name="connsiteX32" fmla="*/ 4400592 w 6542698"/>
              <a:gd name="connsiteY32" fmla="*/ 6310907 h 6781960"/>
              <a:gd name="connsiteX33" fmla="*/ 3432853 w 6542698"/>
              <a:gd name="connsiteY33" fmla="*/ 6310907 h 6781960"/>
              <a:gd name="connsiteX34" fmla="*/ 3432853 w 6542698"/>
              <a:gd name="connsiteY34" fmla="*/ 6781960 h 6781960"/>
              <a:gd name="connsiteX35" fmla="*/ 3051118 w 6542698"/>
              <a:gd name="connsiteY35" fmla="*/ 6781960 h 6781960"/>
              <a:gd name="connsiteX36" fmla="*/ 3051118 w 6542698"/>
              <a:gd name="connsiteY36" fmla="*/ 5576780 h 6781960"/>
              <a:gd name="connsiteX37" fmla="*/ 2390718 w 6542698"/>
              <a:gd name="connsiteY37" fmla="*/ 6304440 h 6781960"/>
              <a:gd name="connsiteX38" fmla="*/ 2242763 w 6542698"/>
              <a:gd name="connsiteY38" fmla="*/ 6781960 h 6781960"/>
              <a:gd name="connsiteX39" fmla="*/ 1765878 w 6542698"/>
              <a:gd name="connsiteY39" fmla="*/ 6781960 h 6781960"/>
              <a:gd name="connsiteX40" fmla="*/ 1765878 w 6542698"/>
              <a:gd name="connsiteY40" fmla="*/ 5576780 h 6781960"/>
              <a:gd name="connsiteX41" fmla="*/ 1762069 w 6542698"/>
              <a:gd name="connsiteY41" fmla="*/ 5576780 h 6781960"/>
              <a:gd name="connsiteX42" fmla="*/ 1487214 w 6542698"/>
              <a:gd name="connsiteY42" fmla="*/ 6191465 h 6781960"/>
              <a:gd name="connsiteX43" fmla="*/ 1487214 w 6542698"/>
              <a:gd name="connsiteY43" fmla="*/ 6703851 h 6781960"/>
              <a:gd name="connsiteX44" fmla="*/ 1409105 w 6542698"/>
              <a:gd name="connsiteY44" fmla="*/ 6781960 h 6781960"/>
              <a:gd name="connsiteX45" fmla="*/ 410893 w 6542698"/>
              <a:gd name="connsiteY45" fmla="*/ 6781960 h 6781960"/>
              <a:gd name="connsiteX46" fmla="*/ 332784 w 6542698"/>
              <a:gd name="connsiteY46" fmla="*/ 6703851 h 6781960"/>
              <a:gd name="connsiteX47" fmla="*/ 332784 w 6542698"/>
              <a:gd name="connsiteY47" fmla="*/ 6211263 h 6781960"/>
              <a:gd name="connsiteX48" fmla="*/ 0 w 6542698"/>
              <a:gd name="connsiteY48" fmla="*/ 5576780 h 6781960"/>
              <a:gd name="connsiteX49" fmla="*/ 4978 w 6542698"/>
              <a:gd name="connsiteY49" fmla="*/ 5576780 h 6781960"/>
              <a:gd name="connsiteX50" fmla="*/ 4978 w 6542698"/>
              <a:gd name="connsiteY50" fmla="*/ 908153 h 6781960"/>
              <a:gd name="connsiteX51" fmla="*/ 3810 w 6542698"/>
              <a:gd name="connsiteY51" fmla="*/ 885350 h 6781960"/>
              <a:gd name="connsiteX52" fmla="*/ 901860 w 6542698"/>
              <a:gd name="connsiteY52" fmla="*/ 0 h 6781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6542698" h="6781960">
                <a:moveTo>
                  <a:pt x="3906131" y="313418"/>
                </a:moveTo>
                <a:cubicBezTo>
                  <a:pt x="3590262" y="313418"/>
                  <a:pt x="3334199" y="569481"/>
                  <a:pt x="3334199" y="885350"/>
                </a:cubicBezTo>
                <a:lnTo>
                  <a:pt x="3335351" y="896780"/>
                </a:lnTo>
                <a:lnTo>
                  <a:pt x="4476911" y="896780"/>
                </a:lnTo>
                <a:lnTo>
                  <a:pt x="4478063" y="885350"/>
                </a:lnTo>
                <a:cubicBezTo>
                  <a:pt x="4478063" y="569481"/>
                  <a:pt x="4222000" y="313418"/>
                  <a:pt x="3906131" y="313418"/>
                </a:cubicBezTo>
                <a:close/>
                <a:moveTo>
                  <a:pt x="878234" y="313418"/>
                </a:moveTo>
                <a:cubicBezTo>
                  <a:pt x="557834" y="313418"/>
                  <a:pt x="298098" y="569481"/>
                  <a:pt x="298098" y="885350"/>
                </a:cubicBezTo>
                <a:lnTo>
                  <a:pt x="299267" y="896780"/>
                </a:lnTo>
                <a:lnTo>
                  <a:pt x="1457202" y="896780"/>
                </a:lnTo>
                <a:lnTo>
                  <a:pt x="1458370" y="885350"/>
                </a:lnTo>
                <a:cubicBezTo>
                  <a:pt x="1458370" y="569481"/>
                  <a:pt x="1198634" y="313418"/>
                  <a:pt x="878234" y="313418"/>
                </a:cubicBezTo>
                <a:close/>
                <a:moveTo>
                  <a:pt x="901860" y="0"/>
                </a:moveTo>
                <a:cubicBezTo>
                  <a:pt x="1397839" y="0"/>
                  <a:pt x="1799910" y="396385"/>
                  <a:pt x="1799910" y="885350"/>
                </a:cubicBezTo>
                <a:lnTo>
                  <a:pt x="1799325" y="896780"/>
                </a:lnTo>
                <a:lnTo>
                  <a:pt x="3044650" y="896780"/>
                </a:lnTo>
                <a:lnTo>
                  <a:pt x="3044073" y="885350"/>
                </a:lnTo>
                <a:cubicBezTo>
                  <a:pt x="3044073" y="396385"/>
                  <a:pt x="3440458" y="0"/>
                  <a:pt x="3929423" y="0"/>
                </a:cubicBezTo>
                <a:cubicBezTo>
                  <a:pt x="4418388" y="0"/>
                  <a:pt x="4814773" y="396385"/>
                  <a:pt x="4814773" y="885350"/>
                </a:cubicBezTo>
                <a:lnTo>
                  <a:pt x="4814196" y="896780"/>
                </a:lnTo>
                <a:lnTo>
                  <a:pt x="6124978" y="896780"/>
                </a:lnTo>
                <a:lnTo>
                  <a:pt x="6542698" y="1214915"/>
                </a:lnTo>
                <a:lnTo>
                  <a:pt x="6542698" y="5228165"/>
                </a:lnTo>
                <a:lnTo>
                  <a:pt x="6124978" y="5576780"/>
                </a:lnTo>
                <a:lnTo>
                  <a:pt x="6066833" y="5576780"/>
                </a:lnTo>
                <a:lnTo>
                  <a:pt x="6066833" y="6781960"/>
                </a:lnTo>
                <a:lnTo>
                  <a:pt x="5589948" y="6781960"/>
                </a:lnTo>
                <a:cubicBezTo>
                  <a:pt x="5407068" y="6780267"/>
                  <a:pt x="5447708" y="6683323"/>
                  <a:pt x="5441993" y="6304440"/>
                </a:cubicBezTo>
                <a:lnTo>
                  <a:pt x="4781593" y="5576780"/>
                </a:lnTo>
                <a:lnTo>
                  <a:pt x="4777783" y="5576780"/>
                </a:lnTo>
                <a:lnTo>
                  <a:pt x="4777783" y="6781960"/>
                </a:lnTo>
                <a:lnTo>
                  <a:pt x="4400592" y="6781960"/>
                </a:lnTo>
                <a:lnTo>
                  <a:pt x="4400592" y="6310907"/>
                </a:lnTo>
                <a:lnTo>
                  <a:pt x="3432853" y="6310907"/>
                </a:lnTo>
                <a:lnTo>
                  <a:pt x="3432853" y="6781960"/>
                </a:lnTo>
                <a:lnTo>
                  <a:pt x="3051118" y="6781960"/>
                </a:lnTo>
                <a:lnTo>
                  <a:pt x="3051118" y="5576780"/>
                </a:lnTo>
                <a:lnTo>
                  <a:pt x="2390718" y="6304440"/>
                </a:lnTo>
                <a:cubicBezTo>
                  <a:pt x="2385003" y="6683323"/>
                  <a:pt x="2425643" y="6780267"/>
                  <a:pt x="2242763" y="6781960"/>
                </a:cubicBezTo>
                <a:lnTo>
                  <a:pt x="1765878" y="6781960"/>
                </a:lnTo>
                <a:lnTo>
                  <a:pt x="1765878" y="5576780"/>
                </a:lnTo>
                <a:lnTo>
                  <a:pt x="1762069" y="5576780"/>
                </a:lnTo>
                <a:lnTo>
                  <a:pt x="1487214" y="6191465"/>
                </a:lnTo>
                <a:lnTo>
                  <a:pt x="1487214" y="6703851"/>
                </a:lnTo>
                <a:cubicBezTo>
                  <a:pt x="1487214" y="6746989"/>
                  <a:pt x="1452243" y="6781960"/>
                  <a:pt x="1409105" y="6781960"/>
                </a:cubicBezTo>
                <a:lnTo>
                  <a:pt x="410893" y="6781960"/>
                </a:lnTo>
                <a:cubicBezTo>
                  <a:pt x="367755" y="6781960"/>
                  <a:pt x="332784" y="6746989"/>
                  <a:pt x="332784" y="6703851"/>
                </a:cubicBezTo>
                <a:lnTo>
                  <a:pt x="332784" y="6211263"/>
                </a:lnTo>
                <a:lnTo>
                  <a:pt x="0" y="5576780"/>
                </a:lnTo>
                <a:lnTo>
                  <a:pt x="4978" y="5576780"/>
                </a:lnTo>
                <a:lnTo>
                  <a:pt x="4978" y="908153"/>
                </a:lnTo>
                <a:lnTo>
                  <a:pt x="3810" y="885350"/>
                </a:lnTo>
                <a:cubicBezTo>
                  <a:pt x="3810" y="396385"/>
                  <a:pt x="405881" y="0"/>
                  <a:pt x="901860" y="0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200" dirty="0">
              <a:noFill/>
            </a:endParaRPr>
          </a:p>
        </p:txBody>
      </p:sp>
      <p:cxnSp>
        <p:nvCxnSpPr>
          <p:cNvPr id="8" name="Straight Connector 42">
            <a:extLst>
              <a:ext uri="{FF2B5EF4-FFF2-40B4-BE49-F238E27FC236}">
                <a16:creationId xmlns:a16="http://schemas.microsoft.com/office/drawing/2014/main" id="{11D56003-0327-5C18-3AFB-A8669EE1CED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7"/>
            <a:endCxn id="7" idx="51"/>
          </p:cNvCxnSpPr>
          <p:nvPr/>
        </p:nvCxnSpPr>
        <p:spPr>
          <a:xfrm flipH="1">
            <a:off x="1150791" y="1400562"/>
            <a:ext cx="416392" cy="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44">
            <a:extLst>
              <a:ext uri="{FF2B5EF4-FFF2-40B4-BE49-F238E27FC236}">
                <a16:creationId xmlns:a16="http://schemas.microsoft.com/office/drawing/2014/main" id="{2235BD89-E105-7D0E-89A1-1389F64F0D2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13"/>
            <a:endCxn id="7" idx="10"/>
          </p:cNvCxnSpPr>
          <p:nvPr/>
        </p:nvCxnSpPr>
        <p:spPr>
          <a:xfrm flipH="1">
            <a:off x="3208863" y="1400562"/>
            <a:ext cx="483249" cy="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47">
            <a:extLst>
              <a:ext uri="{FF2B5EF4-FFF2-40B4-BE49-F238E27FC236}">
                <a16:creationId xmlns:a16="http://schemas.microsoft.com/office/drawing/2014/main" id="{98EAE35D-C1B2-F25B-8F98-3D5A4E5B040D}"/>
              </a:ext>
            </a:extLst>
          </p:cNvPr>
          <p:cNvCxnSpPr>
            <a:cxnSpLocks noGrp="1" noRot="1" noMove="1" noResize="1" noEditPoints="1" noAdjustHandles="1" noChangeArrowheads="1" noChangeShapeType="1"/>
            <a:endCxn id="7" idx="16"/>
          </p:cNvCxnSpPr>
          <p:nvPr/>
        </p:nvCxnSpPr>
        <p:spPr>
          <a:xfrm flipH="1">
            <a:off x="5452495" y="1400562"/>
            <a:ext cx="417566" cy="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52">
            <a:extLst>
              <a:ext uri="{FF2B5EF4-FFF2-40B4-BE49-F238E27FC236}">
                <a16:creationId xmlns:a16="http://schemas.microsoft.com/office/drawing/2014/main" id="{BFAB0857-793F-E07D-1B23-31903518D5C3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4"/>
            <a:endCxn id="7" idx="18"/>
          </p:cNvCxnSpPr>
          <p:nvPr/>
        </p:nvCxnSpPr>
        <p:spPr>
          <a:xfrm>
            <a:off x="7481462" y="1400562"/>
            <a:ext cx="476414" cy="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54">
            <a:extLst>
              <a:ext uri="{FF2B5EF4-FFF2-40B4-BE49-F238E27FC236}">
                <a16:creationId xmlns:a16="http://schemas.microsoft.com/office/drawing/2014/main" id="{78977BA5-BC48-1138-300C-18A0E0BB2AE7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19"/>
            <a:endCxn id="7" idx="29"/>
          </p:cNvCxnSpPr>
          <p:nvPr/>
        </p:nvCxnSpPr>
        <p:spPr>
          <a:xfrm flipH="1">
            <a:off x="7905540" y="1413737"/>
            <a:ext cx="51521" cy="5394459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58">
            <a:extLst>
              <a:ext uri="{FF2B5EF4-FFF2-40B4-BE49-F238E27FC236}">
                <a16:creationId xmlns:a16="http://schemas.microsoft.com/office/drawing/2014/main" id="{534843B9-0300-5864-6314-26324B64FA0F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15"/>
            <a:endCxn id="7" idx="36"/>
          </p:cNvCxnSpPr>
          <p:nvPr/>
        </p:nvCxnSpPr>
        <p:spPr>
          <a:xfrm>
            <a:off x="5453309" y="1413737"/>
            <a:ext cx="9151" cy="5394459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60">
            <a:extLst>
              <a:ext uri="{FF2B5EF4-FFF2-40B4-BE49-F238E27FC236}">
                <a16:creationId xmlns:a16="http://schemas.microsoft.com/office/drawing/2014/main" id="{572512C4-07E9-DB60-99F0-FD646B3F9AF7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14"/>
            <a:endCxn id="7" idx="40"/>
          </p:cNvCxnSpPr>
          <p:nvPr/>
        </p:nvCxnSpPr>
        <p:spPr>
          <a:xfrm flipH="1">
            <a:off x="3643960" y="1413737"/>
            <a:ext cx="47323" cy="5394459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62">
            <a:extLst>
              <a:ext uri="{FF2B5EF4-FFF2-40B4-BE49-F238E27FC236}">
                <a16:creationId xmlns:a16="http://schemas.microsoft.com/office/drawing/2014/main" id="{9C36AD56-AA1E-D6DD-6E4C-6D9B6834A559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49"/>
            <a:endCxn id="7" idx="24"/>
          </p:cNvCxnSpPr>
          <p:nvPr/>
        </p:nvCxnSpPr>
        <p:spPr>
          <a:xfrm>
            <a:off x="1152443" y="6808197"/>
            <a:ext cx="8576987" cy="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64">
            <a:extLst>
              <a:ext uri="{FF2B5EF4-FFF2-40B4-BE49-F238E27FC236}">
                <a16:creationId xmlns:a16="http://schemas.microsoft.com/office/drawing/2014/main" id="{DA4DCA7B-B83F-6CF3-BF42-831FD1FA9B7C}"/>
              </a:ext>
            </a:extLst>
          </p:cNvPr>
          <p:cNvCxnSpPr>
            <a:cxnSpLocks noGrp="1" noRot="1" noMove="1" noResize="1" noEditPoints="1" noAdjustHandles="1" noChangeArrowheads="1" noChangeShapeType="1"/>
            <a:stCxn id="7" idx="20"/>
            <a:endCxn id="7" idx="24"/>
          </p:cNvCxnSpPr>
          <p:nvPr/>
        </p:nvCxnSpPr>
        <p:spPr>
          <a:xfrm flipH="1">
            <a:off x="9750994" y="1413737"/>
            <a:ext cx="60707" cy="5394459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71">
            <a:extLst>
              <a:ext uri="{FF2B5EF4-FFF2-40B4-BE49-F238E27FC236}">
                <a16:creationId xmlns:a16="http://schemas.microsoft.com/office/drawing/2014/main" id="{B87B2993-66D0-801D-B94A-F0FE0A04B73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884379" y="1413737"/>
            <a:ext cx="927322" cy="171274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73">
            <a:extLst>
              <a:ext uri="{FF2B5EF4-FFF2-40B4-BE49-F238E27FC236}">
                <a16:creationId xmlns:a16="http://schemas.microsoft.com/office/drawing/2014/main" id="{054AE9B3-649E-C971-ED7D-BAC5F8CB5F66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7957060" y="1413737"/>
            <a:ext cx="927322" cy="171274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78">
            <a:extLst>
              <a:ext uri="{FF2B5EF4-FFF2-40B4-BE49-F238E27FC236}">
                <a16:creationId xmlns:a16="http://schemas.microsoft.com/office/drawing/2014/main" id="{18B5ED9C-1F14-E44F-2498-9A72FBCC237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4560059" y="1413738"/>
            <a:ext cx="902404" cy="171274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80">
            <a:extLst>
              <a:ext uri="{FF2B5EF4-FFF2-40B4-BE49-F238E27FC236}">
                <a16:creationId xmlns:a16="http://schemas.microsoft.com/office/drawing/2014/main" id="{79011A64-BCF2-EE2F-FEC9-404D18372615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 flipH="1">
            <a:off x="3667622" y="1413737"/>
            <a:ext cx="892436" cy="1712740"/>
          </a:xfrm>
          <a:prstGeom prst="line">
            <a:avLst/>
          </a:prstGeom>
          <a:solidFill>
            <a:schemeClr val="accent1"/>
          </a:solidFill>
          <a:ln w="3175">
            <a:solidFill>
              <a:schemeClr val="bg1">
                <a:lumMod val="95000"/>
              </a:schemeClr>
            </a:solidFill>
            <a:prstDash val="sysDot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Flecha: cheurón 2">
            <a:extLst>
              <a:ext uri="{FF2B5EF4-FFF2-40B4-BE49-F238E27FC236}">
                <a16:creationId xmlns:a16="http://schemas.microsoft.com/office/drawing/2014/main" id="{1439ED7B-1E3C-C07B-A719-9B2480D685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10066863"/>
            <a:ext cx="3103125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339EA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8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23" name="PNG 2">
            <a:extLst>
              <a:ext uri="{FF2B5EF4-FFF2-40B4-BE49-F238E27FC236}">
                <a16:creationId xmlns:a16="http://schemas.microsoft.com/office/drawing/2014/main" id="{F9FAE59C-779C-D9F3-E50B-3BE29C221D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32014" y="3383036"/>
            <a:ext cx="2223160" cy="18111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24" name="PNG 10">
            <a:extLst>
              <a:ext uri="{FF2B5EF4-FFF2-40B4-BE49-F238E27FC236}">
                <a16:creationId xmlns:a16="http://schemas.microsoft.com/office/drawing/2014/main" id="{DBD0688D-C559-CD3A-AD79-850C28B5E6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10680" y="3383033"/>
            <a:ext cx="2223160" cy="181110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 dirty="0"/>
          </a:p>
        </p:txBody>
      </p:sp>
      <p:sp>
        <p:nvSpPr>
          <p:cNvPr id="25" name="NOMBRE">
            <a:extLst>
              <a:ext uri="{FF2B5EF4-FFF2-40B4-BE49-F238E27FC236}">
                <a16:creationId xmlns:a16="http://schemas.microsoft.com/office/drawing/2014/main" id="{B237B3C0-07A6-1B55-5A4C-3D76140211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59277" y="2527168"/>
            <a:ext cx="2272564" cy="584943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  <p:sp>
        <p:nvSpPr>
          <p:cNvPr id="26" name="NOMBRE">
            <a:extLst>
              <a:ext uri="{FF2B5EF4-FFF2-40B4-BE49-F238E27FC236}">
                <a16:creationId xmlns:a16="http://schemas.microsoft.com/office/drawing/2014/main" id="{F018759D-B366-907E-32F4-C722405CB1C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3157" y="2560956"/>
            <a:ext cx="2272278" cy="584943"/>
          </a:xfrm>
          <a:prstGeom prst="rect">
            <a:avLst/>
          </a:prstGeom>
          <a:noFill/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1">
            <a:noAutofit/>
          </a:bodyPr>
          <a:lstStyle/>
          <a:p>
            <a:pPr algn="ctr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10494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C175B-6493-BE6D-C5A5-4E8EA053B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echa: cheurón 2">
            <a:extLst>
              <a:ext uri="{FF2B5EF4-FFF2-40B4-BE49-F238E27FC236}">
                <a16:creationId xmlns:a16="http://schemas.microsoft.com/office/drawing/2014/main" id="{60790ECD-8C27-AE63-B90A-5B79966D49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10066863"/>
            <a:ext cx="3103125" cy="395999"/>
          </a:xfrm>
          <a:custGeom>
            <a:avLst/>
            <a:gdLst>
              <a:gd name="connsiteX0" fmla="*/ 0 w 2342371"/>
              <a:gd name="connsiteY0" fmla="*/ 0 h 277194"/>
              <a:gd name="connsiteX1" fmla="*/ 2203774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342371"/>
              <a:gd name="connsiteY0" fmla="*/ 0 h 277194"/>
              <a:gd name="connsiteX1" fmla="*/ 2186019 w 2342371"/>
              <a:gd name="connsiteY1" fmla="*/ 0 h 277194"/>
              <a:gd name="connsiteX2" fmla="*/ 2342371 w 2342371"/>
              <a:gd name="connsiteY2" fmla="*/ 138597 h 277194"/>
              <a:gd name="connsiteX3" fmla="*/ 2203774 w 2342371"/>
              <a:gd name="connsiteY3" fmla="*/ 277194 h 277194"/>
              <a:gd name="connsiteX4" fmla="*/ 0 w 2342371"/>
              <a:gd name="connsiteY4" fmla="*/ 277194 h 277194"/>
              <a:gd name="connsiteX5" fmla="*/ 138597 w 2342371"/>
              <a:gd name="connsiteY5" fmla="*/ 138597 h 277194"/>
              <a:gd name="connsiteX6" fmla="*/ 0 w 2342371"/>
              <a:gd name="connsiteY6" fmla="*/ 0 h 277194"/>
              <a:gd name="connsiteX0" fmla="*/ 0 w 2203774"/>
              <a:gd name="connsiteY0" fmla="*/ 0 h 277194"/>
              <a:gd name="connsiteX1" fmla="*/ 2186019 w 2203774"/>
              <a:gd name="connsiteY1" fmla="*/ 0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203774"/>
              <a:gd name="connsiteY0" fmla="*/ 0 h 277194"/>
              <a:gd name="connsiteX1" fmla="*/ 2171731 w 2203774"/>
              <a:gd name="connsiteY1" fmla="*/ 2381 h 277194"/>
              <a:gd name="connsiteX2" fmla="*/ 2170921 w 2203774"/>
              <a:gd name="connsiteY2" fmla="*/ 129072 h 277194"/>
              <a:gd name="connsiteX3" fmla="*/ 2203774 w 2203774"/>
              <a:gd name="connsiteY3" fmla="*/ 277194 h 277194"/>
              <a:gd name="connsiteX4" fmla="*/ 0 w 2203774"/>
              <a:gd name="connsiteY4" fmla="*/ 277194 h 277194"/>
              <a:gd name="connsiteX5" fmla="*/ 138597 w 2203774"/>
              <a:gd name="connsiteY5" fmla="*/ 138597 h 277194"/>
              <a:gd name="connsiteX6" fmla="*/ 0 w 2203774"/>
              <a:gd name="connsiteY6" fmla="*/ 0 h 277194"/>
              <a:gd name="connsiteX0" fmla="*/ 0 w 2175199"/>
              <a:gd name="connsiteY0" fmla="*/ 0 h 279575"/>
              <a:gd name="connsiteX1" fmla="*/ 2171731 w 2175199"/>
              <a:gd name="connsiteY1" fmla="*/ 2381 h 279575"/>
              <a:gd name="connsiteX2" fmla="*/ 2170921 w 2175199"/>
              <a:gd name="connsiteY2" fmla="*/ 129072 h 279575"/>
              <a:gd name="connsiteX3" fmla="*/ 2175199 w 2175199"/>
              <a:gd name="connsiteY3" fmla="*/ 279575 h 279575"/>
              <a:gd name="connsiteX4" fmla="*/ 0 w 2175199"/>
              <a:gd name="connsiteY4" fmla="*/ 277194 h 279575"/>
              <a:gd name="connsiteX5" fmla="*/ 138597 w 2175199"/>
              <a:gd name="connsiteY5" fmla="*/ 138597 h 279575"/>
              <a:gd name="connsiteX6" fmla="*/ 0 w 2175199"/>
              <a:gd name="connsiteY6" fmla="*/ 0 h 279575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68055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  <a:gd name="connsiteX0" fmla="*/ 0 w 2171731"/>
              <a:gd name="connsiteY0" fmla="*/ 0 h 277194"/>
              <a:gd name="connsiteX1" fmla="*/ 2171731 w 2171731"/>
              <a:gd name="connsiteY1" fmla="*/ 2381 h 277194"/>
              <a:gd name="connsiteX2" fmla="*/ 2170921 w 2171731"/>
              <a:gd name="connsiteY2" fmla="*/ 129072 h 277194"/>
              <a:gd name="connsiteX3" fmla="*/ 2170436 w 2171731"/>
              <a:gd name="connsiteY3" fmla="*/ 274812 h 277194"/>
              <a:gd name="connsiteX4" fmla="*/ 0 w 2171731"/>
              <a:gd name="connsiteY4" fmla="*/ 277194 h 277194"/>
              <a:gd name="connsiteX5" fmla="*/ 138597 w 2171731"/>
              <a:gd name="connsiteY5" fmla="*/ 138597 h 277194"/>
              <a:gd name="connsiteX6" fmla="*/ 0 w 2171731"/>
              <a:gd name="connsiteY6" fmla="*/ 0 h 277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71731" h="277194">
                <a:moveTo>
                  <a:pt x="0" y="0"/>
                </a:moveTo>
                <a:lnTo>
                  <a:pt x="2171731" y="2381"/>
                </a:lnTo>
                <a:lnTo>
                  <a:pt x="2170921" y="129072"/>
                </a:lnTo>
                <a:cubicBezTo>
                  <a:pt x="2169966" y="177652"/>
                  <a:pt x="2171391" y="226232"/>
                  <a:pt x="2170436" y="274812"/>
                </a:cubicBezTo>
                <a:lnTo>
                  <a:pt x="0" y="277194"/>
                </a:lnTo>
                <a:lnTo>
                  <a:pt x="138597" y="138597"/>
                </a:lnTo>
                <a:lnTo>
                  <a:pt x="0" y="0"/>
                </a:lnTo>
                <a:close/>
              </a:path>
            </a:pathLst>
          </a:custGeom>
          <a:solidFill>
            <a:srgbClr val="B1CB5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 defTabSz="320040"/>
            <a:endParaRPr lang="es-AR" sz="2800" b="1" dirty="0">
              <a:solidFill>
                <a:prstClr val="white"/>
              </a:solidFill>
              <a:latin typeface="Amatic SC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CD06826-1A37-1F2B-62B3-2CB300547A3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76799" y="9293221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B1CB51"/>
                </a:solidFill>
                <a:latin typeface="Amatic" pitchFamily="2" charset="0"/>
              </a:rPr>
              <a:t>BANDERIN  NOMBRE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3AA3778-F5E0-E4A5-4580-C154C006086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0630" y="436610"/>
            <a:ext cx="45656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320040"/>
            <a:r>
              <a:rPr lang="es-AR" sz="4400" b="1" dirty="0">
                <a:solidFill>
                  <a:srgbClr val="B1CB51"/>
                </a:solidFill>
                <a:latin typeface="Amatic" pitchFamily="2" charset="0"/>
              </a:rPr>
              <a:t>BANDERINES  FELIZ  CUMPLEAÑOS</a:t>
            </a:r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63B7EDA7-9FA6-4D96-67E3-9755E40677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0627" y="9419435"/>
            <a:ext cx="1121843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B9D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8" name="Forma libre: forma 7">
            <a:extLst>
              <a:ext uri="{FF2B5EF4-FFF2-40B4-BE49-F238E27FC236}">
                <a16:creationId xmlns:a16="http://schemas.microsoft.com/office/drawing/2014/main" id="{B44DE149-2BC8-6FCE-4911-AA916EAFD08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360101" y="9773497"/>
            <a:ext cx="177497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B9D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Forma libre: forma 8">
            <a:extLst>
              <a:ext uri="{FF2B5EF4-FFF2-40B4-BE49-F238E27FC236}">
                <a16:creationId xmlns:a16="http://schemas.microsoft.com/office/drawing/2014/main" id="{F5D71019-BB86-6486-0278-2C04819F10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623057" y="835416"/>
            <a:ext cx="1121843" cy="514155"/>
          </a:xfrm>
          <a:custGeom>
            <a:avLst/>
            <a:gdLst>
              <a:gd name="connsiteX0" fmla="*/ 0 w 1104276"/>
              <a:gd name="connsiteY0" fmla="*/ 14373 h 514138"/>
              <a:gd name="connsiteX1" fmla="*/ 34977 w 1104276"/>
              <a:gd name="connsiteY1" fmla="*/ 156779 h 514138"/>
              <a:gd name="connsiteX2" fmla="*/ 114925 w 1104276"/>
              <a:gd name="connsiteY2" fmla="*/ 246720 h 514138"/>
              <a:gd name="connsiteX3" fmla="*/ 174885 w 1104276"/>
              <a:gd name="connsiteY3" fmla="*/ 281697 h 514138"/>
              <a:gd name="connsiteX4" fmla="*/ 254833 w 1104276"/>
              <a:gd name="connsiteY4" fmla="*/ 291691 h 514138"/>
              <a:gd name="connsiteX5" fmla="*/ 334781 w 1104276"/>
              <a:gd name="connsiteY5" fmla="*/ 284196 h 514138"/>
              <a:gd name="connsiteX6" fmla="*/ 404735 w 1104276"/>
              <a:gd name="connsiteY6" fmla="*/ 249219 h 514138"/>
              <a:gd name="connsiteX7" fmla="*/ 442210 w 1104276"/>
              <a:gd name="connsiteY7" fmla="*/ 184261 h 514138"/>
              <a:gd name="connsiteX8" fmla="*/ 437213 w 1104276"/>
              <a:gd name="connsiteY8" fmla="*/ 91822 h 514138"/>
              <a:gd name="connsiteX9" fmla="*/ 399738 w 1104276"/>
              <a:gd name="connsiteY9" fmla="*/ 39356 h 514138"/>
              <a:gd name="connsiteX10" fmla="*/ 334781 w 1104276"/>
              <a:gd name="connsiteY10" fmla="*/ 4379 h 514138"/>
              <a:gd name="connsiteX11" fmla="*/ 292308 w 1104276"/>
              <a:gd name="connsiteY11" fmla="*/ 1881 h 514138"/>
              <a:gd name="connsiteX12" fmla="*/ 254833 w 1104276"/>
              <a:gd name="connsiteY12" fmla="*/ 16871 h 514138"/>
              <a:gd name="connsiteX13" fmla="*/ 222354 w 1104276"/>
              <a:gd name="connsiteY13" fmla="*/ 64340 h 514138"/>
              <a:gd name="connsiteX14" fmla="*/ 212361 w 1104276"/>
              <a:gd name="connsiteY14" fmla="*/ 124301 h 514138"/>
              <a:gd name="connsiteX15" fmla="*/ 212361 w 1104276"/>
              <a:gd name="connsiteY15" fmla="*/ 176766 h 514138"/>
              <a:gd name="connsiteX16" fmla="*/ 214859 w 1104276"/>
              <a:gd name="connsiteY16" fmla="*/ 229232 h 514138"/>
              <a:gd name="connsiteX17" fmla="*/ 239843 w 1104276"/>
              <a:gd name="connsiteY17" fmla="*/ 291691 h 514138"/>
              <a:gd name="connsiteX18" fmla="*/ 287312 w 1104276"/>
              <a:gd name="connsiteY18" fmla="*/ 349153 h 514138"/>
              <a:gd name="connsiteX19" fmla="*/ 324787 w 1104276"/>
              <a:gd name="connsiteY19" fmla="*/ 389127 h 514138"/>
              <a:gd name="connsiteX20" fmla="*/ 367259 w 1104276"/>
              <a:gd name="connsiteY20" fmla="*/ 416609 h 514138"/>
              <a:gd name="connsiteX21" fmla="*/ 409731 w 1104276"/>
              <a:gd name="connsiteY21" fmla="*/ 446589 h 514138"/>
              <a:gd name="connsiteX22" fmla="*/ 462197 w 1104276"/>
              <a:gd name="connsiteY22" fmla="*/ 469074 h 514138"/>
              <a:gd name="connsiteX23" fmla="*/ 527154 w 1104276"/>
              <a:gd name="connsiteY23" fmla="*/ 484065 h 514138"/>
              <a:gd name="connsiteX24" fmla="*/ 584617 w 1104276"/>
              <a:gd name="connsiteY24" fmla="*/ 486563 h 514138"/>
              <a:gd name="connsiteX25" fmla="*/ 644577 w 1104276"/>
              <a:gd name="connsiteY25" fmla="*/ 474071 h 514138"/>
              <a:gd name="connsiteX26" fmla="*/ 742013 w 1104276"/>
              <a:gd name="connsiteY26" fmla="*/ 439094 h 514138"/>
              <a:gd name="connsiteX27" fmla="*/ 801974 w 1104276"/>
              <a:gd name="connsiteY27" fmla="*/ 384130 h 514138"/>
              <a:gd name="connsiteX28" fmla="*/ 826958 w 1104276"/>
              <a:gd name="connsiteY28" fmla="*/ 319173 h 514138"/>
              <a:gd name="connsiteX29" fmla="*/ 824459 w 1104276"/>
              <a:gd name="connsiteY29" fmla="*/ 244222 h 514138"/>
              <a:gd name="connsiteX30" fmla="*/ 776990 w 1104276"/>
              <a:gd name="connsiteY30" fmla="*/ 179265 h 514138"/>
              <a:gd name="connsiteX31" fmla="*/ 729522 w 1104276"/>
              <a:gd name="connsiteY31" fmla="*/ 159278 h 514138"/>
              <a:gd name="connsiteX32" fmla="*/ 694545 w 1104276"/>
              <a:gd name="connsiteY32" fmla="*/ 156779 h 514138"/>
              <a:gd name="connsiteX33" fmla="*/ 659567 w 1104276"/>
              <a:gd name="connsiteY33" fmla="*/ 179265 h 514138"/>
              <a:gd name="connsiteX34" fmla="*/ 629587 w 1104276"/>
              <a:gd name="connsiteY34" fmla="*/ 209245 h 514138"/>
              <a:gd name="connsiteX35" fmla="*/ 612099 w 1104276"/>
              <a:gd name="connsiteY35" fmla="*/ 259212 h 514138"/>
              <a:gd name="connsiteX36" fmla="*/ 609600 w 1104276"/>
              <a:gd name="connsiteY36" fmla="*/ 301684 h 514138"/>
              <a:gd name="connsiteX37" fmla="*/ 624590 w 1104276"/>
              <a:gd name="connsiteY37" fmla="*/ 349153 h 514138"/>
              <a:gd name="connsiteX38" fmla="*/ 659567 w 1104276"/>
              <a:gd name="connsiteY38" fmla="*/ 399120 h 514138"/>
              <a:gd name="connsiteX39" fmla="*/ 699541 w 1104276"/>
              <a:gd name="connsiteY39" fmla="*/ 434097 h 514138"/>
              <a:gd name="connsiteX40" fmla="*/ 757004 w 1104276"/>
              <a:gd name="connsiteY40" fmla="*/ 476570 h 514138"/>
              <a:gd name="connsiteX41" fmla="*/ 809469 w 1104276"/>
              <a:gd name="connsiteY41" fmla="*/ 504052 h 514138"/>
              <a:gd name="connsiteX42" fmla="*/ 851941 w 1104276"/>
              <a:gd name="connsiteY42" fmla="*/ 514045 h 514138"/>
              <a:gd name="connsiteX43" fmla="*/ 914400 w 1104276"/>
              <a:gd name="connsiteY43" fmla="*/ 509048 h 514138"/>
              <a:gd name="connsiteX44" fmla="*/ 954374 w 1104276"/>
              <a:gd name="connsiteY44" fmla="*/ 509048 h 514138"/>
              <a:gd name="connsiteX45" fmla="*/ 1016833 w 1104276"/>
              <a:gd name="connsiteY45" fmla="*/ 484065 h 514138"/>
              <a:gd name="connsiteX46" fmla="*/ 1076794 w 1104276"/>
              <a:gd name="connsiteY46" fmla="*/ 461579 h 514138"/>
              <a:gd name="connsiteX47" fmla="*/ 1104276 w 1104276"/>
              <a:gd name="connsiteY47" fmla="*/ 441593 h 514138"/>
              <a:gd name="connsiteX0" fmla="*/ 0 w 1099514"/>
              <a:gd name="connsiteY0" fmla="*/ 4848 h 514138"/>
              <a:gd name="connsiteX1" fmla="*/ 30215 w 1099514"/>
              <a:gd name="connsiteY1" fmla="*/ 156779 h 514138"/>
              <a:gd name="connsiteX2" fmla="*/ 110163 w 1099514"/>
              <a:gd name="connsiteY2" fmla="*/ 246720 h 514138"/>
              <a:gd name="connsiteX3" fmla="*/ 170123 w 1099514"/>
              <a:gd name="connsiteY3" fmla="*/ 281697 h 514138"/>
              <a:gd name="connsiteX4" fmla="*/ 250071 w 1099514"/>
              <a:gd name="connsiteY4" fmla="*/ 291691 h 514138"/>
              <a:gd name="connsiteX5" fmla="*/ 330019 w 1099514"/>
              <a:gd name="connsiteY5" fmla="*/ 284196 h 514138"/>
              <a:gd name="connsiteX6" fmla="*/ 399973 w 1099514"/>
              <a:gd name="connsiteY6" fmla="*/ 249219 h 514138"/>
              <a:gd name="connsiteX7" fmla="*/ 437448 w 1099514"/>
              <a:gd name="connsiteY7" fmla="*/ 184261 h 514138"/>
              <a:gd name="connsiteX8" fmla="*/ 432451 w 1099514"/>
              <a:gd name="connsiteY8" fmla="*/ 91822 h 514138"/>
              <a:gd name="connsiteX9" fmla="*/ 394976 w 1099514"/>
              <a:gd name="connsiteY9" fmla="*/ 39356 h 514138"/>
              <a:gd name="connsiteX10" fmla="*/ 330019 w 1099514"/>
              <a:gd name="connsiteY10" fmla="*/ 4379 h 514138"/>
              <a:gd name="connsiteX11" fmla="*/ 287546 w 1099514"/>
              <a:gd name="connsiteY11" fmla="*/ 1881 h 514138"/>
              <a:gd name="connsiteX12" fmla="*/ 250071 w 1099514"/>
              <a:gd name="connsiteY12" fmla="*/ 16871 h 514138"/>
              <a:gd name="connsiteX13" fmla="*/ 217592 w 1099514"/>
              <a:gd name="connsiteY13" fmla="*/ 64340 h 514138"/>
              <a:gd name="connsiteX14" fmla="*/ 207599 w 1099514"/>
              <a:gd name="connsiteY14" fmla="*/ 124301 h 514138"/>
              <a:gd name="connsiteX15" fmla="*/ 207599 w 1099514"/>
              <a:gd name="connsiteY15" fmla="*/ 176766 h 514138"/>
              <a:gd name="connsiteX16" fmla="*/ 210097 w 1099514"/>
              <a:gd name="connsiteY16" fmla="*/ 229232 h 514138"/>
              <a:gd name="connsiteX17" fmla="*/ 235081 w 1099514"/>
              <a:gd name="connsiteY17" fmla="*/ 291691 h 514138"/>
              <a:gd name="connsiteX18" fmla="*/ 282550 w 1099514"/>
              <a:gd name="connsiteY18" fmla="*/ 349153 h 514138"/>
              <a:gd name="connsiteX19" fmla="*/ 320025 w 1099514"/>
              <a:gd name="connsiteY19" fmla="*/ 389127 h 514138"/>
              <a:gd name="connsiteX20" fmla="*/ 362497 w 1099514"/>
              <a:gd name="connsiteY20" fmla="*/ 416609 h 514138"/>
              <a:gd name="connsiteX21" fmla="*/ 404969 w 1099514"/>
              <a:gd name="connsiteY21" fmla="*/ 446589 h 514138"/>
              <a:gd name="connsiteX22" fmla="*/ 457435 w 1099514"/>
              <a:gd name="connsiteY22" fmla="*/ 469074 h 514138"/>
              <a:gd name="connsiteX23" fmla="*/ 522392 w 1099514"/>
              <a:gd name="connsiteY23" fmla="*/ 484065 h 514138"/>
              <a:gd name="connsiteX24" fmla="*/ 579855 w 1099514"/>
              <a:gd name="connsiteY24" fmla="*/ 486563 h 514138"/>
              <a:gd name="connsiteX25" fmla="*/ 639815 w 1099514"/>
              <a:gd name="connsiteY25" fmla="*/ 474071 h 514138"/>
              <a:gd name="connsiteX26" fmla="*/ 737251 w 1099514"/>
              <a:gd name="connsiteY26" fmla="*/ 439094 h 514138"/>
              <a:gd name="connsiteX27" fmla="*/ 797212 w 1099514"/>
              <a:gd name="connsiteY27" fmla="*/ 384130 h 514138"/>
              <a:gd name="connsiteX28" fmla="*/ 822196 w 1099514"/>
              <a:gd name="connsiteY28" fmla="*/ 319173 h 514138"/>
              <a:gd name="connsiteX29" fmla="*/ 819697 w 1099514"/>
              <a:gd name="connsiteY29" fmla="*/ 244222 h 514138"/>
              <a:gd name="connsiteX30" fmla="*/ 772228 w 1099514"/>
              <a:gd name="connsiteY30" fmla="*/ 179265 h 514138"/>
              <a:gd name="connsiteX31" fmla="*/ 724760 w 1099514"/>
              <a:gd name="connsiteY31" fmla="*/ 159278 h 514138"/>
              <a:gd name="connsiteX32" fmla="*/ 689783 w 1099514"/>
              <a:gd name="connsiteY32" fmla="*/ 156779 h 514138"/>
              <a:gd name="connsiteX33" fmla="*/ 654805 w 1099514"/>
              <a:gd name="connsiteY33" fmla="*/ 179265 h 514138"/>
              <a:gd name="connsiteX34" fmla="*/ 624825 w 1099514"/>
              <a:gd name="connsiteY34" fmla="*/ 209245 h 514138"/>
              <a:gd name="connsiteX35" fmla="*/ 607337 w 1099514"/>
              <a:gd name="connsiteY35" fmla="*/ 259212 h 514138"/>
              <a:gd name="connsiteX36" fmla="*/ 604838 w 1099514"/>
              <a:gd name="connsiteY36" fmla="*/ 301684 h 514138"/>
              <a:gd name="connsiteX37" fmla="*/ 619828 w 1099514"/>
              <a:gd name="connsiteY37" fmla="*/ 349153 h 514138"/>
              <a:gd name="connsiteX38" fmla="*/ 654805 w 1099514"/>
              <a:gd name="connsiteY38" fmla="*/ 399120 h 514138"/>
              <a:gd name="connsiteX39" fmla="*/ 694779 w 1099514"/>
              <a:gd name="connsiteY39" fmla="*/ 434097 h 514138"/>
              <a:gd name="connsiteX40" fmla="*/ 752242 w 1099514"/>
              <a:gd name="connsiteY40" fmla="*/ 476570 h 514138"/>
              <a:gd name="connsiteX41" fmla="*/ 804707 w 1099514"/>
              <a:gd name="connsiteY41" fmla="*/ 504052 h 514138"/>
              <a:gd name="connsiteX42" fmla="*/ 847179 w 1099514"/>
              <a:gd name="connsiteY42" fmla="*/ 514045 h 514138"/>
              <a:gd name="connsiteX43" fmla="*/ 909638 w 1099514"/>
              <a:gd name="connsiteY43" fmla="*/ 509048 h 514138"/>
              <a:gd name="connsiteX44" fmla="*/ 949612 w 1099514"/>
              <a:gd name="connsiteY44" fmla="*/ 509048 h 514138"/>
              <a:gd name="connsiteX45" fmla="*/ 1012071 w 1099514"/>
              <a:gd name="connsiteY45" fmla="*/ 484065 h 514138"/>
              <a:gd name="connsiteX46" fmla="*/ 1072032 w 1099514"/>
              <a:gd name="connsiteY46" fmla="*/ 461579 h 514138"/>
              <a:gd name="connsiteX47" fmla="*/ 1099514 w 1099514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70745 w 1100136"/>
              <a:gd name="connsiteY3" fmla="*/ 281697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38"/>
              <a:gd name="connsiteX1" fmla="*/ 30837 w 1100136"/>
              <a:gd name="connsiteY1" fmla="*/ 156779 h 514138"/>
              <a:gd name="connsiteX2" fmla="*/ 110785 w 1100136"/>
              <a:gd name="connsiteY2" fmla="*/ 246720 h 514138"/>
              <a:gd name="connsiteX3" fmla="*/ 161220 w 1100136"/>
              <a:gd name="connsiteY3" fmla="*/ 274553 h 514138"/>
              <a:gd name="connsiteX4" fmla="*/ 250693 w 1100136"/>
              <a:gd name="connsiteY4" fmla="*/ 291691 h 514138"/>
              <a:gd name="connsiteX5" fmla="*/ 330641 w 1100136"/>
              <a:gd name="connsiteY5" fmla="*/ 284196 h 514138"/>
              <a:gd name="connsiteX6" fmla="*/ 400595 w 1100136"/>
              <a:gd name="connsiteY6" fmla="*/ 249219 h 514138"/>
              <a:gd name="connsiteX7" fmla="*/ 438070 w 1100136"/>
              <a:gd name="connsiteY7" fmla="*/ 184261 h 514138"/>
              <a:gd name="connsiteX8" fmla="*/ 433073 w 1100136"/>
              <a:gd name="connsiteY8" fmla="*/ 91822 h 514138"/>
              <a:gd name="connsiteX9" fmla="*/ 395598 w 1100136"/>
              <a:gd name="connsiteY9" fmla="*/ 39356 h 514138"/>
              <a:gd name="connsiteX10" fmla="*/ 330641 w 1100136"/>
              <a:gd name="connsiteY10" fmla="*/ 4379 h 514138"/>
              <a:gd name="connsiteX11" fmla="*/ 288168 w 1100136"/>
              <a:gd name="connsiteY11" fmla="*/ 1881 h 514138"/>
              <a:gd name="connsiteX12" fmla="*/ 250693 w 1100136"/>
              <a:gd name="connsiteY12" fmla="*/ 16871 h 514138"/>
              <a:gd name="connsiteX13" fmla="*/ 218214 w 1100136"/>
              <a:gd name="connsiteY13" fmla="*/ 64340 h 514138"/>
              <a:gd name="connsiteX14" fmla="*/ 208221 w 1100136"/>
              <a:gd name="connsiteY14" fmla="*/ 124301 h 514138"/>
              <a:gd name="connsiteX15" fmla="*/ 208221 w 1100136"/>
              <a:gd name="connsiteY15" fmla="*/ 176766 h 514138"/>
              <a:gd name="connsiteX16" fmla="*/ 210719 w 1100136"/>
              <a:gd name="connsiteY16" fmla="*/ 229232 h 514138"/>
              <a:gd name="connsiteX17" fmla="*/ 235703 w 1100136"/>
              <a:gd name="connsiteY17" fmla="*/ 291691 h 514138"/>
              <a:gd name="connsiteX18" fmla="*/ 283172 w 1100136"/>
              <a:gd name="connsiteY18" fmla="*/ 349153 h 514138"/>
              <a:gd name="connsiteX19" fmla="*/ 320647 w 1100136"/>
              <a:gd name="connsiteY19" fmla="*/ 389127 h 514138"/>
              <a:gd name="connsiteX20" fmla="*/ 363119 w 1100136"/>
              <a:gd name="connsiteY20" fmla="*/ 416609 h 514138"/>
              <a:gd name="connsiteX21" fmla="*/ 405591 w 1100136"/>
              <a:gd name="connsiteY21" fmla="*/ 446589 h 514138"/>
              <a:gd name="connsiteX22" fmla="*/ 458057 w 1100136"/>
              <a:gd name="connsiteY22" fmla="*/ 469074 h 514138"/>
              <a:gd name="connsiteX23" fmla="*/ 523014 w 1100136"/>
              <a:gd name="connsiteY23" fmla="*/ 484065 h 514138"/>
              <a:gd name="connsiteX24" fmla="*/ 580477 w 1100136"/>
              <a:gd name="connsiteY24" fmla="*/ 486563 h 514138"/>
              <a:gd name="connsiteX25" fmla="*/ 640437 w 1100136"/>
              <a:gd name="connsiteY25" fmla="*/ 474071 h 514138"/>
              <a:gd name="connsiteX26" fmla="*/ 737873 w 1100136"/>
              <a:gd name="connsiteY26" fmla="*/ 439094 h 514138"/>
              <a:gd name="connsiteX27" fmla="*/ 797834 w 1100136"/>
              <a:gd name="connsiteY27" fmla="*/ 384130 h 514138"/>
              <a:gd name="connsiteX28" fmla="*/ 822818 w 1100136"/>
              <a:gd name="connsiteY28" fmla="*/ 319173 h 514138"/>
              <a:gd name="connsiteX29" fmla="*/ 820319 w 1100136"/>
              <a:gd name="connsiteY29" fmla="*/ 244222 h 514138"/>
              <a:gd name="connsiteX30" fmla="*/ 772850 w 1100136"/>
              <a:gd name="connsiteY30" fmla="*/ 179265 h 514138"/>
              <a:gd name="connsiteX31" fmla="*/ 725382 w 1100136"/>
              <a:gd name="connsiteY31" fmla="*/ 159278 h 514138"/>
              <a:gd name="connsiteX32" fmla="*/ 690405 w 1100136"/>
              <a:gd name="connsiteY32" fmla="*/ 156779 h 514138"/>
              <a:gd name="connsiteX33" fmla="*/ 655427 w 1100136"/>
              <a:gd name="connsiteY33" fmla="*/ 179265 h 514138"/>
              <a:gd name="connsiteX34" fmla="*/ 625447 w 1100136"/>
              <a:gd name="connsiteY34" fmla="*/ 209245 h 514138"/>
              <a:gd name="connsiteX35" fmla="*/ 607959 w 1100136"/>
              <a:gd name="connsiteY35" fmla="*/ 259212 h 514138"/>
              <a:gd name="connsiteX36" fmla="*/ 605460 w 1100136"/>
              <a:gd name="connsiteY36" fmla="*/ 301684 h 514138"/>
              <a:gd name="connsiteX37" fmla="*/ 620450 w 1100136"/>
              <a:gd name="connsiteY37" fmla="*/ 349153 h 514138"/>
              <a:gd name="connsiteX38" fmla="*/ 655427 w 1100136"/>
              <a:gd name="connsiteY38" fmla="*/ 399120 h 514138"/>
              <a:gd name="connsiteX39" fmla="*/ 695401 w 1100136"/>
              <a:gd name="connsiteY39" fmla="*/ 434097 h 514138"/>
              <a:gd name="connsiteX40" fmla="*/ 752864 w 1100136"/>
              <a:gd name="connsiteY40" fmla="*/ 476570 h 514138"/>
              <a:gd name="connsiteX41" fmla="*/ 805329 w 1100136"/>
              <a:gd name="connsiteY41" fmla="*/ 504052 h 514138"/>
              <a:gd name="connsiteX42" fmla="*/ 847801 w 1100136"/>
              <a:gd name="connsiteY42" fmla="*/ 514045 h 514138"/>
              <a:gd name="connsiteX43" fmla="*/ 910260 w 1100136"/>
              <a:gd name="connsiteY43" fmla="*/ 509048 h 514138"/>
              <a:gd name="connsiteX44" fmla="*/ 950234 w 1100136"/>
              <a:gd name="connsiteY44" fmla="*/ 509048 h 514138"/>
              <a:gd name="connsiteX45" fmla="*/ 1012693 w 1100136"/>
              <a:gd name="connsiteY45" fmla="*/ 484065 h 514138"/>
              <a:gd name="connsiteX46" fmla="*/ 1072654 w 1100136"/>
              <a:gd name="connsiteY46" fmla="*/ 461579 h 514138"/>
              <a:gd name="connsiteX47" fmla="*/ 1100136 w 1100136"/>
              <a:gd name="connsiteY47" fmla="*/ 441593 h 514138"/>
              <a:gd name="connsiteX0" fmla="*/ 622 w 1100136"/>
              <a:gd name="connsiteY0" fmla="*/ 4848 h 514180"/>
              <a:gd name="connsiteX1" fmla="*/ 30837 w 1100136"/>
              <a:gd name="connsiteY1" fmla="*/ 156779 h 514180"/>
              <a:gd name="connsiteX2" fmla="*/ 110785 w 1100136"/>
              <a:gd name="connsiteY2" fmla="*/ 246720 h 514180"/>
              <a:gd name="connsiteX3" fmla="*/ 161220 w 1100136"/>
              <a:gd name="connsiteY3" fmla="*/ 274553 h 514180"/>
              <a:gd name="connsiteX4" fmla="*/ 250693 w 1100136"/>
              <a:gd name="connsiteY4" fmla="*/ 291691 h 514180"/>
              <a:gd name="connsiteX5" fmla="*/ 330641 w 1100136"/>
              <a:gd name="connsiteY5" fmla="*/ 284196 h 514180"/>
              <a:gd name="connsiteX6" fmla="*/ 400595 w 1100136"/>
              <a:gd name="connsiteY6" fmla="*/ 249219 h 514180"/>
              <a:gd name="connsiteX7" fmla="*/ 438070 w 1100136"/>
              <a:gd name="connsiteY7" fmla="*/ 184261 h 514180"/>
              <a:gd name="connsiteX8" fmla="*/ 433073 w 1100136"/>
              <a:gd name="connsiteY8" fmla="*/ 91822 h 514180"/>
              <a:gd name="connsiteX9" fmla="*/ 395598 w 1100136"/>
              <a:gd name="connsiteY9" fmla="*/ 39356 h 514180"/>
              <a:gd name="connsiteX10" fmla="*/ 330641 w 1100136"/>
              <a:gd name="connsiteY10" fmla="*/ 4379 h 514180"/>
              <a:gd name="connsiteX11" fmla="*/ 288168 w 1100136"/>
              <a:gd name="connsiteY11" fmla="*/ 1881 h 514180"/>
              <a:gd name="connsiteX12" fmla="*/ 250693 w 1100136"/>
              <a:gd name="connsiteY12" fmla="*/ 16871 h 514180"/>
              <a:gd name="connsiteX13" fmla="*/ 218214 w 1100136"/>
              <a:gd name="connsiteY13" fmla="*/ 64340 h 514180"/>
              <a:gd name="connsiteX14" fmla="*/ 208221 w 1100136"/>
              <a:gd name="connsiteY14" fmla="*/ 124301 h 514180"/>
              <a:gd name="connsiteX15" fmla="*/ 208221 w 1100136"/>
              <a:gd name="connsiteY15" fmla="*/ 176766 h 514180"/>
              <a:gd name="connsiteX16" fmla="*/ 210719 w 1100136"/>
              <a:gd name="connsiteY16" fmla="*/ 229232 h 514180"/>
              <a:gd name="connsiteX17" fmla="*/ 235703 w 1100136"/>
              <a:gd name="connsiteY17" fmla="*/ 291691 h 514180"/>
              <a:gd name="connsiteX18" fmla="*/ 283172 w 1100136"/>
              <a:gd name="connsiteY18" fmla="*/ 349153 h 514180"/>
              <a:gd name="connsiteX19" fmla="*/ 320647 w 1100136"/>
              <a:gd name="connsiteY19" fmla="*/ 389127 h 514180"/>
              <a:gd name="connsiteX20" fmla="*/ 363119 w 1100136"/>
              <a:gd name="connsiteY20" fmla="*/ 416609 h 514180"/>
              <a:gd name="connsiteX21" fmla="*/ 405591 w 1100136"/>
              <a:gd name="connsiteY21" fmla="*/ 446589 h 514180"/>
              <a:gd name="connsiteX22" fmla="*/ 458057 w 1100136"/>
              <a:gd name="connsiteY22" fmla="*/ 469074 h 514180"/>
              <a:gd name="connsiteX23" fmla="*/ 523014 w 1100136"/>
              <a:gd name="connsiteY23" fmla="*/ 484065 h 514180"/>
              <a:gd name="connsiteX24" fmla="*/ 580477 w 1100136"/>
              <a:gd name="connsiteY24" fmla="*/ 486563 h 514180"/>
              <a:gd name="connsiteX25" fmla="*/ 640437 w 1100136"/>
              <a:gd name="connsiteY25" fmla="*/ 474071 h 514180"/>
              <a:gd name="connsiteX26" fmla="*/ 737873 w 1100136"/>
              <a:gd name="connsiteY26" fmla="*/ 439094 h 514180"/>
              <a:gd name="connsiteX27" fmla="*/ 797834 w 1100136"/>
              <a:gd name="connsiteY27" fmla="*/ 384130 h 514180"/>
              <a:gd name="connsiteX28" fmla="*/ 822818 w 1100136"/>
              <a:gd name="connsiteY28" fmla="*/ 319173 h 514180"/>
              <a:gd name="connsiteX29" fmla="*/ 820319 w 1100136"/>
              <a:gd name="connsiteY29" fmla="*/ 244222 h 514180"/>
              <a:gd name="connsiteX30" fmla="*/ 772850 w 1100136"/>
              <a:gd name="connsiteY30" fmla="*/ 179265 h 514180"/>
              <a:gd name="connsiteX31" fmla="*/ 725382 w 1100136"/>
              <a:gd name="connsiteY31" fmla="*/ 159278 h 514180"/>
              <a:gd name="connsiteX32" fmla="*/ 690405 w 1100136"/>
              <a:gd name="connsiteY32" fmla="*/ 156779 h 514180"/>
              <a:gd name="connsiteX33" fmla="*/ 655427 w 1100136"/>
              <a:gd name="connsiteY33" fmla="*/ 179265 h 514180"/>
              <a:gd name="connsiteX34" fmla="*/ 625447 w 1100136"/>
              <a:gd name="connsiteY34" fmla="*/ 209245 h 514180"/>
              <a:gd name="connsiteX35" fmla="*/ 607959 w 1100136"/>
              <a:gd name="connsiteY35" fmla="*/ 259212 h 514180"/>
              <a:gd name="connsiteX36" fmla="*/ 605460 w 1100136"/>
              <a:gd name="connsiteY36" fmla="*/ 301684 h 514180"/>
              <a:gd name="connsiteX37" fmla="*/ 620450 w 1100136"/>
              <a:gd name="connsiteY37" fmla="*/ 349153 h 514180"/>
              <a:gd name="connsiteX38" fmla="*/ 655427 w 1100136"/>
              <a:gd name="connsiteY38" fmla="*/ 399120 h 514180"/>
              <a:gd name="connsiteX39" fmla="*/ 695401 w 1100136"/>
              <a:gd name="connsiteY39" fmla="*/ 434097 h 514180"/>
              <a:gd name="connsiteX40" fmla="*/ 752864 w 1100136"/>
              <a:gd name="connsiteY40" fmla="*/ 476570 h 514180"/>
              <a:gd name="connsiteX41" fmla="*/ 805329 w 1100136"/>
              <a:gd name="connsiteY41" fmla="*/ 504052 h 514180"/>
              <a:gd name="connsiteX42" fmla="*/ 847801 w 1100136"/>
              <a:gd name="connsiteY42" fmla="*/ 514045 h 514180"/>
              <a:gd name="connsiteX43" fmla="*/ 910260 w 1100136"/>
              <a:gd name="connsiteY43" fmla="*/ 509048 h 514180"/>
              <a:gd name="connsiteX44" fmla="*/ 961088 w 1100136"/>
              <a:gd name="connsiteY44" fmla="*/ 498194 h 514180"/>
              <a:gd name="connsiteX45" fmla="*/ 1012693 w 1100136"/>
              <a:gd name="connsiteY45" fmla="*/ 484065 h 514180"/>
              <a:gd name="connsiteX46" fmla="*/ 1072654 w 1100136"/>
              <a:gd name="connsiteY46" fmla="*/ 461579 h 514180"/>
              <a:gd name="connsiteX47" fmla="*/ 1100136 w 1100136"/>
              <a:gd name="connsiteY47" fmla="*/ 441593 h 514180"/>
              <a:gd name="connsiteX0" fmla="*/ 622 w 1121843"/>
              <a:gd name="connsiteY0" fmla="*/ 4848 h 514180"/>
              <a:gd name="connsiteX1" fmla="*/ 30837 w 1121843"/>
              <a:gd name="connsiteY1" fmla="*/ 156779 h 514180"/>
              <a:gd name="connsiteX2" fmla="*/ 110785 w 1121843"/>
              <a:gd name="connsiteY2" fmla="*/ 246720 h 514180"/>
              <a:gd name="connsiteX3" fmla="*/ 161220 w 1121843"/>
              <a:gd name="connsiteY3" fmla="*/ 274553 h 514180"/>
              <a:gd name="connsiteX4" fmla="*/ 250693 w 1121843"/>
              <a:gd name="connsiteY4" fmla="*/ 291691 h 514180"/>
              <a:gd name="connsiteX5" fmla="*/ 330641 w 1121843"/>
              <a:gd name="connsiteY5" fmla="*/ 284196 h 514180"/>
              <a:gd name="connsiteX6" fmla="*/ 400595 w 1121843"/>
              <a:gd name="connsiteY6" fmla="*/ 249219 h 514180"/>
              <a:gd name="connsiteX7" fmla="*/ 438070 w 1121843"/>
              <a:gd name="connsiteY7" fmla="*/ 184261 h 514180"/>
              <a:gd name="connsiteX8" fmla="*/ 433073 w 1121843"/>
              <a:gd name="connsiteY8" fmla="*/ 91822 h 514180"/>
              <a:gd name="connsiteX9" fmla="*/ 395598 w 1121843"/>
              <a:gd name="connsiteY9" fmla="*/ 39356 h 514180"/>
              <a:gd name="connsiteX10" fmla="*/ 330641 w 1121843"/>
              <a:gd name="connsiteY10" fmla="*/ 4379 h 514180"/>
              <a:gd name="connsiteX11" fmla="*/ 288168 w 1121843"/>
              <a:gd name="connsiteY11" fmla="*/ 1881 h 514180"/>
              <a:gd name="connsiteX12" fmla="*/ 250693 w 1121843"/>
              <a:gd name="connsiteY12" fmla="*/ 16871 h 514180"/>
              <a:gd name="connsiteX13" fmla="*/ 218214 w 1121843"/>
              <a:gd name="connsiteY13" fmla="*/ 64340 h 514180"/>
              <a:gd name="connsiteX14" fmla="*/ 208221 w 1121843"/>
              <a:gd name="connsiteY14" fmla="*/ 124301 h 514180"/>
              <a:gd name="connsiteX15" fmla="*/ 208221 w 1121843"/>
              <a:gd name="connsiteY15" fmla="*/ 176766 h 514180"/>
              <a:gd name="connsiteX16" fmla="*/ 210719 w 1121843"/>
              <a:gd name="connsiteY16" fmla="*/ 229232 h 514180"/>
              <a:gd name="connsiteX17" fmla="*/ 235703 w 1121843"/>
              <a:gd name="connsiteY17" fmla="*/ 291691 h 514180"/>
              <a:gd name="connsiteX18" fmla="*/ 283172 w 1121843"/>
              <a:gd name="connsiteY18" fmla="*/ 349153 h 514180"/>
              <a:gd name="connsiteX19" fmla="*/ 320647 w 1121843"/>
              <a:gd name="connsiteY19" fmla="*/ 389127 h 514180"/>
              <a:gd name="connsiteX20" fmla="*/ 363119 w 1121843"/>
              <a:gd name="connsiteY20" fmla="*/ 416609 h 514180"/>
              <a:gd name="connsiteX21" fmla="*/ 405591 w 1121843"/>
              <a:gd name="connsiteY21" fmla="*/ 446589 h 514180"/>
              <a:gd name="connsiteX22" fmla="*/ 458057 w 1121843"/>
              <a:gd name="connsiteY22" fmla="*/ 469074 h 514180"/>
              <a:gd name="connsiteX23" fmla="*/ 523014 w 1121843"/>
              <a:gd name="connsiteY23" fmla="*/ 484065 h 514180"/>
              <a:gd name="connsiteX24" fmla="*/ 580477 w 1121843"/>
              <a:gd name="connsiteY24" fmla="*/ 486563 h 514180"/>
              <a:gd name="connsiteX25" fmla="*/ 640437 w 1121843"/>
              <a:gd name="connsiteY25" fmla="*/ 474071 h 514180"/>
              <a:gd name="connsiteX26" fmla="*/ 737873 w 1121843"/>
              <a:gd name="connsiteY26" fmla="*/ 439094 h 514180"/>
              <a:gd name="connsiteX27" fmla="*/ 797834 w 1121843"/>
              <a:gd name="connsiteY27" fmla="*/ 384130 h 514180"/>
              <a:gd name="connsiteX28" fmla="*/ 822818 w 1121843"/>
              <a:gd name="connsiteY28" fmla="*/ 319173 h 514180"/>
              <a:gd name="connsiteX29" fmla="*/ 820319 w 1121843"/>
              <a:gd name="connsiteY29" fmla="*/ 244222 h 514180"/>
              <a:gd name="connsiteX30" fmla="*/ 772850 w 1121843"/>
              <a:gd name="connsiteY30" fmla="*/ 179265 h 514180"/>
              <a:gd name="connsiteX31" fmla="*/ 725382 w 1121843"/>
              <a:gd name="connsiteY31" fmla="*/ 159278 h 514180"/>
              <a:gd name="connsiteX32" fmla="*/ 690405 w 1121843"/>
              <a:gd name="connsiteY32" fmla="*/ 156779 h 514180"/>
              <a:gd name="connsiteX33" fmla="*/ 655427 w 1121843"/>
              <a:gd name="connsiteY33" fmla="*/ 179265 h 514180"/>
              <a:gd name="connsiteX34" fmla="*/ 625447 w 1121843"/>
              <a:gd name="connsiteY34" fmla="*/ 209245 h 514180"/>
              <a:gd name="connsiteX35" fmla="*/ 607959 w 1121843"/>
              <a:gd name="connsiteY35" fmla="*/ 259212 h 514180"/>
              <a:gd name="connsiteX36" fmla="*/ 605460 w 1121843"/>
              <a:gd name="connsiteY36" fmla="*/ 301684 h 514180"/>
              <a:gd name="connsiteX37" fmla="*/ 620450 w 1121843"/>
              <a:gd name="connsiteY37" fmla="*/ 349153 h 514180"/>
              <a:gd name="connsiteX38" fmla="*/ 655427 w 1121843"/>
              <a:gd name="connsiteY38" fmla="*/ 399120 h 514180"/>
              <a:gd name="connsiteX39" fmla="*/ 695401 w 1121843"/>
              <a:gd name="connsiteY39" fmla="*/ 434097 h 514180"/>
              <a:gd name="connsiteX40" fmla="*/ 752864 w 1121843"/>
              <a:gd name="connsiteY40" fmla="*/ 476570 h 514180"/>
              <a:gd name="connsiteX41" fmla="*/ 805329 w 1121843"/>
              <a:gd name="connsiteY41" fmla="*/ 504052 h 514180"/>
              <a:gd name="connsiteX42" fmla="*/ 847801 w 1121843"/>
              <a:gd name="connsiteY42" fmla="*/ 514045 h 514180"/>
              <a:gd name="connsiteX43" fmla="*/ 910260 w 1121843"/>
              <a:gd name="connsiteY43" fmla="*/ 509048 h 514180"/>
              <a:gd name="connsiteX44" fmla="*/ 961088 w 1121843"/>
              <a:gd name="connsiteY44" fmla="*/ 498194 h 514180"/>
              <a:gd name="connsiteX45" fmla="*/ 1012693 w 1121843"/>
              <a:gd name="connsiteY45" fmla="*/ 484065 h 514180"/>
              <a:gd name="connsiteX46" fmla="*/ 1072654 w 1121843"/>
              <a:gd name="connsiteY46" fmla="*/ 461579 h 514180"/>
              <a:gd name="connsiteX47" fmla="*/ 1121843 w 1121843"/>
              <a:gd name="connsiteY47" fmla="*/ 433453 h 514180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47801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  <a:gd name="connsiteX0" fmla="*/ 622 w 1121843"/>
              <a:gd name="connsiteY0" fmla="*/ 4848 h 514155"/>
              <a:gd name="connsiteX1" fmla="*/ 30837 w 1121843"/>
              <a:gd name="connsiteY1" fmla="*/ 156779 h 514155"/>
              <a:gd name="connsiteX2" fmla="*/ 110785 w 1121843"/>
              <a:gd name="connsiteY2" fmla="*/ 246720 h 514155"/>
              <a:gd name="connsiteX3" fmla="*/ 161220 w 1121843"/>
              <a:gd name="connsiteY3" fmla="*/ 274553 h 514155"/>
              <a:gd name="connsiteX4" fmla="*/ 250693 w 1121843"/>
              <a:gd name="connsiteY4" fmla="*/ 291691 h 514155"/>
              <a:gd name="connsiteX5" fmla="*/ 330641 w 1121843"/>
              <a:gd name="connsiteY5" fmla="*/ 284196 h 514155"/>
              <a:gd name="connsiteX6" fmla="*/ 400595 w 1121843"/>
              <a:gd name="connsiteY6" fmla="*/ 249219 h 514155"/>
              <a:gd name="connsiteX7" fmla="*/ 438070 w 1121843"/>
              <a:gd name="connsiteY7" fmla="*/ 184261 h 514155"/>
              <a:gd name="connsiteX8" fmla="*/ 433073 w 1121843"/>
              <a:gd name="connsiteY8" fmla="*/ 91822 h 514155"/>
              <a:gd name="connsiteX9" fmla="*/ 395598 w 1121843"/>
              <a:gd name="connsiteY9" fmla="*/ 39356 h 514155"/>
              <a:gd name="connsiteX10" fmla="*/ 330641 w 1121843"/>
              <a:gd name="connsiteY10" fmla="*/ 4379 h 514155"/>
              <a:gd name="connsiteX11" fmla="*/ 288168 w 1121843"/>
              <a:gd name="connsiteY11" fmla="*/ 1881 h 514155"/>
              <a:gd name="connsiteX12" fmla="*/ 250693 w 1121843"/>
              <a:gd name="connsiteY12" fmla="*/ 16871 h 514155"/>
              <a:gd name="connsiteX13" fmla="*/ 218214 w 1121843"/>
              <a:gd name="connsiteY13" fmla="*/ 64340 h 514155"/>
              <a:gd name="connsiteX14" fmla="*/ 208221 w 1121843"/>
              <a:gd name="connsiteY14" fmla="*/ 124301 h 514155"/>
              <a:gd name="connsiteX15" fmla="*/ 208221 w 1121843"/>
              <a:gd name="connsiteY15" fmla="*/ 176766 h 514155"/>
              <a:gd name="connsiteX16" fmla="*/ 210719 w 1121843"/>
              <a:gd name="connsiteY16" fmla="*/ 229232 h 514155"/>
              <a:gd name="connsiteX17" fmla="*/ 235703 w 1121843"/>
              <a:gd name="connsiteY17" fmla="*/ 291691 h 514155"/>
              <a:gd name="connsiteX18" fmla="*/ 283172 w 1121843"/>
              <a:gd name="connsiteY18" fmla="*/ 349153 h 514155"/>
              <a:gd name="connsiteX19" fmla="*/ 320647 w 1121843"/>
              <a:gd name="connsiteY19" fmla="*/ 389127 h 514155"/>
              <a:gd name="connsiteX20" fmla="*/ 363119 w 1121843"/>
              <a:gd name="connsiteY20" fmla="*/ 416609 h 514155"/>
              <a:gd name="connsiteX21" fmla="*/ 405591 w 1121843"/>
              <a:gd name="connsiteY21" fmla="*/ 446589 h 514155"/>
              <a:gd name="connsiteX22" fmla="*/ 458057 w 1121843"/>
              <a:gd name="connsiteY22" fmla="*/ 469074 h 514155"/>
              <a:gd name="connsiteX23" fmla="*/ 523014 w 1121843"/>
              <a:gd name="connsiteY23" fmla="*/ 484065 h 514155"/>
              <a:gd name="connsiteX24" fmla="*/ 580477 w 1121843"/>
              <a:gd name="connsiteY24" fmla="*/ 486563 h 514155"/>
              <a:gd name="connsiteX25" fmla="*/ 640437 w 1121843"/>
              <a:gd name="connsiteY25" fmla="*/ 474071 h 514155"/>
              <a:gd name="connsiteX26" fmla="*/ 737873 w 1121843"/>
              <a:gd name="connsiteY26" fmla="*/ 439094 h 514155"/>
              <a:gd name="connsiteX27" fmla="*/ 797834 w 1121843"/>
              <a:gd name="connsiteY27" fmla="*/ 384130 h 514155"/>
              <a:gd name="connsiteX28" fmla="*/ 822818 w 1121843"/>
              <a:gd name="connsiteY28" fmla="*/ 319173 h 514155"/>
              <a:gd name="connsiteX29" fmla="*/ 820319 w 1121843"/>
              <a:gd name="connsiteY29" fmla="*/ 244222 h 514155"/>
              <a:gd name="connsiteX30" fmla="*/ 772850 w 1121843"/>
              <a:gd name="connsiteY30" fmla="*/ 179265 h 514155"/>
              <a:gd name="connsiteX31" fmla="*/ 725382 w 1121843"/>
              <a:gd name="connsiteY31" fmla="*/ 159278 h 514155"/>
              <a:gd name="connsiteX32" fmla="*/ 690405 w 1121843"/>
              <a:gd name="connsiteY32" fmla="*/ 156779 h 514155"/>
              <a:gd name="connsiteX33" fmla="*/ 655427 w 1121843"/>
              <a:gd name="connsiteY33" fmla="*/ 179265 h 514155"/>
              <a:gd name="connsiteX34" fmla="*/ 625447 w 1121843"/>
              <a:gd name="connsiteY34" fmla="*/ 209245 h 514155"/>
              <a:gd name="connsiteX35" fmla="*/ 607959 w 1121843"/>
              <a:gd name="connsiteY35" fmla="*/ 259212 h 514155"/>
              <a:gd name="connsiteX36" fmla="*/ 605460 w 1121843"/>
              <a:gd name="connsiteY36" fmla="*/ 301684 h 514155"/>
              <a:gd name="connsiteX37" fmla="*/ 620450 w 1121843"/>
              <a:gd name="connsiteY37" fmla="*/ 349153 h 514155"/>
              <a:gd name="connsiteX38" fmla="*/ 655427 w 1121843"/>
              <a:gd name="connsiteY38" fmla="*/ 399120 h 514155"/>
              <a:gd name="connsiteX39" fmla="*/ 695401 w 1121843"/>
              <a:gd name="connsiteY39" fmla="*/ 434097 h 514155"/>
              <a:gd name="connsiteX40" fmla="*/ 752864 w 1121843"/>
              <a:gd name="connsiteY40" fmla="*/ 476570 h 514155"/>
              <a:gd name="connsiteX41" fmla="*/ 805329 w 1121843"/>
              <a:gd name="connsiteY41" fmla="*/ 504052 h 514155"/>
              <a:gd name="connsiteX42" fmla="*/ 861368 w 1121843"/>
              <a:gd name="connsiteY42" fmla="*/ 514045 h 514155"/>
              <a:gd name="connsiteX43" fmla="*/ 910260 w 1121843"/>
              <a:gd name="connsiteY43" fmla="*/ 509048 h 514155"/>
              <a:gd name="connsiteX44" fmla="*/ 966515 w 1121843"/>
              <a:gd name="connsiteY44" fmla="*/ 503621 h 514155"/>
              <a:gd name="connsiteX45" fmla="*/ 1012693 w 1121843"/>
              <a:gd name="connsiteY45" fmla="*/ 484065 h 514155"/>
              <a:gd name="connsiteX46" fmla="*/ 1072654 w 1121843"/>
              <a:gd name="connsiteY46" fmla="*/ 461579 h 514155"/>
              <a:gd name="connsiteX47" fmla="*/ 1121843 w 1121843"/>
              <a:gd name="connsiteY47" fmla="*/ 433453 h 514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121843" h="514155">
                <a:moveTo>
                  <a:pt x="622" y="4848"/>
                </a:moveTo>
                <a:cubicBezTo>
                  <a:pt x="-3373" y="66214"/>
                  <a:pt x="12477" y="116467"/>
                  <a:pt x="30837" y="156779"/>
                </a:cubicBezTo>
                <a:cubicBezTo>
                  <a:pt x="49198" y="197091"/>
                  <a:pt x="89055" y="227091"/>
                  <a:pt x="110785" y="246720"/>
                </a:cubicBezTo>
                <a:cubicBezTo>
                  <a:pt x="132515" y="266349"/>
                  <a:pt x="137902" y="267058"/>
                  <a:pt x="161220" y="274553"/>
                </a:cubicBezTo>
                <a:cubicBezTo>
                  <a:pt x="184538" y="282048"/>
                  <a:pt x="222456" y="290084"/>
                  <a:pt x="250693" y="291691"/>
                </a:cubicBezTo>
                <a:cubicBezTo>
                  <a:pt x="278930" y="293298"/>
                  <a:pt x="305657" y="291275"/>
                  <a:pt x="330641" y="284196"/>
                </a:cubicBezTo>
                <a:cubicBezTo>
                  <a:pt x="355625" y="277117"/>
                  <a:pt x="382690" y="265875"/>
                  <a:pt x="400595" y="249219"/>
                </a:cubicBezTo>
                <a:cubicBezTo>
                  <a:pt x="418500" y="232563"/>
                  <a:pt x="432657" y="210494"/>
                  <a:pt x="438070" y="184261"/>
                </a:cubicBezTo>
                <a:cubicBezTo>
                  <a:pt x="443483" y="158028"/>
                  <a:pt x="440152" y="115973"/>
                  <a:pt x="433073" y="91822"/>
                </a:cubicBezTo>
                <a:cubicBezTo>
                  <a:pt x="425994" y="67671"/>
                  <a:pt x="412670" y="53930"/>
                  <a:pt x="395598" y="39356"/>
                </a:cubicBezTo>
                <a:cubicBezTo>
                  <a:pt x="378526" y="24782"/>
                  <a:pt x="348546" y="10625"/>
                  <a:pt x="330641" y="4379"/>
                </a:cubicBezTo>
                <a:cubicBezTo>
                  <a:pt x="312736" y="-1867"/>
                  <a:pt x="301493" y="-201"/>
                  <a:pt x="288168" y="1881"/>
                </a:cubicBezTo>
                <a:cubicBezTo>
                  <a:pt x="274843" y="3963"/>
                  <a:pt x="262352" y="6461"/>
                  <a:pt x="250693" y="16871"/>
                </a:cubicBezTo>
                <a:cubicBezTo>
                  <a:pt x="239034" y="27281"/>
                  <a:pt x="225293" y="46435"/>
                  <a:pt x="218214" y="64340"/>
                </a:cubicBezTo>
                <a:cubicBezTo>
                  <a:pt x="211135" y="82245"/>
                  <a:pt x="209887" y="105563"/>
                  <a:pt x="208221" y="124301"/>
                </a:cubicBezTo>
                <a:cubicBezTo>
                  <a:pt x="206555" y="143039"/>
                  <a:pt x="207805" y="159278"/>
                  <a:pt x="208221" y="176766"/>
                </a:cubicBezTo>
                <a:cubicBezTo>
                  <a:pt x="208637" y="194254"/>
                  <a:pt x="206139" y="210078"/>
                  <a:pt x="210719" y="229232"/>
                </a:cubicBezTo>
                <a:cubicBezTo>
                  <a:pt x="215299" y="248386"/>
                  <a:pt x="223628" y="271704"/>
                  <a:pt x="235703" y="291691"/>
                </a:cubicBezTo>
                <a:cubicBezTo>
                  <a:pt x="247778" y="311678"/>
                  <a:pt x="269015" y="332914"/>
                  <a:pt x="283172" y="349153"/>
                </a:cubicBezTo>
                <a:cubicBezTo>
                  <a:pt x="297329" y="365392"/>
                  <a:pt x="307323" y="377884"/>
                  <a:pt x="320647" y="389127"/>
                </a:cubicBezTo>
                <a:cubicBezTo>
                  <a:pt x="333971" y="400370"/>
                  <a:pt x="348962" y="407032"/>
                  <a:pt x="363119" y="416609"/>
                </a:cubicBezTo>
                <a:cubicBezTo>
                  <a:pt x="377276" y="426186"/>
                  <a:pt x="389768" y="437845"/>
                  <a:pt x="405591" y="446589"/>
                </a:cubicBezTo>
                <a:cubicBezTo>
                  <a:pt x="421414" y="455333"/>
                  <a:pt x="438487" y="462828"/>
                  <a:pt x="458057" y="469074"/>
                </a:cubicBezTo>
                <a:cubicBezTo>
                  <a:pt x="477627" y="475320"/>
                  <a:pt x="502611" y="481150"/>
                  <a:pt x="523014" y="484065"/>
                </a:cubicBezTo>
                <a:cubicBezTo>
                  <a:pt x="543417" y="486980"/>
                  <a:pt x="560907" y="488229"/>
                  <a:pt x="580477" y="486563"/>
                </a:cubicBezTo>
                <a:cubicBezTo>
                  <a:pt x="600048" y="484897"/>
                  <a:pt x="614204" y="481982"/>
                  <a:pt x="640437" y="474071"/>
                </a:cubicBezTo>
                <a:cubicBezTo>
                  <a:pt x="666670" y="466160"/>
                  <a:pt x="711640" y="454084"/>
                  <a:pt x="737873" y="439094"/>
                </a:cubicBezTo>
                <a:cubicBezTo>
                  <a:pt x="764106" y="424104"/>
                  <a:pt x="783677" y="404117"/>
                  <a:pt x="797834" y="384130"/>
                </a:cubicBezTo>
                <a:cubicBezTo>
                  <a:pt x="811991" y="364143"/>
                  <a:pt x="819070" y="342491"/>
                  <a:pt x="822818" y="319173"/>
                </a:cubicBezTo>
                <a:cubicBezTo>
                  <a:pt x="826566" y="295855"/>
                  <a:pt x="828647" y="267540"/>
                  <a:pt x="820319" y="244222"/>
                </a:cubicBezTo>
                <a:cubicBezTo>
                  <a:pt x="811991" y="220904"/>
                  <a:pt x="788673" y="193422"/>
                  <a:pt x="772850" y="179265"/>
                </a:cubicBezTo>
                <a:cubicBezTo>
                  <a:pt x="757027" y="165108"/>
                  <a:pt x="739123" y="163026"/>
                  <a:pt x="725382" y="159278"/>
                </a:cubicBezTo>
                <a:cubicBezTo>
                  <a:pt x="711641" y="155530"/>
                  <a:pt x="702064" y="153448"/>
                  <a:pt x="690405" y="156779"/>
                </a:cubicBezTo>
                <a:cubicBezTo>
                  <a:pt x="678746" y="160110"/>
                  <a:pt x="666253" y="170521"/>
                  <a:pt x="655427" y="179265"/>
                </a:cubicBezTo>
                <a:cubicBezTo>
                  <a:pt x="644601" y="188009"/>
                  <a:pt x="633358" y="195921"/>
                  <a:pt x="625447" y="209245"/>
                </a:cubicBezTo>
                <a:cubicBezTo>
                  <a:pt x="617536" y="222569"/>
                  <a:pt x="611290" y="243806"/>
                  <a:pt x="607959" y="259212"/>
                </a:cubicBezTo>
                <a:cubicBezTo>
                  <a:pt x="604628" y="274618"/>
                  <a:pt x="603378" y="286694"/>
                  <a:pt x="605460" y="301684"/>
                </a:cubicBezTo>
                <a:cubicBezTo>
                  <a:pt x="607542" y="316674"/>
                  <a:pt x="612122" y="332914"/>
                  <a:pt x="620450" y="349153"/>
                </a:cubicBezTo>
                <a:cubicBezTo>
                  <a:pt x="628778" y="365392"/>
                  <a:pt x="642935" y="384963"/>
                  <a:pt x="655427" y="399120"/>
                </a:cubicBezTo>
                <a:cubicBezTo>
                  <a:pt x="667919" y="413277"/>
                  <a:pt x="679162" y="421189"/>
                  <a:pt x="695401" y="434097"/>
                </a:cubicBezTo>
                <a:cubicBezTo>
                  <a:pt x="711641" y="447005"/>
                  <a:pt x="734543" y="464911"/>
                  <a:pt x="752864" y="476570"/>
                </a:cubicBezTo>
                <a:cubicBezTo>
                  <a:pt x="771185" y="488229"/>
                  <a:pt x="787245" y="497806"/>
                  <a:pt x="805329" y="504052"/>
                </a:cubicBezTo>
                <a:cubicBezTo>
                  <a:pt x="823413" y="510298"/>
                  <a:pt x="843880" y="513212"/>
                  <a:pt x="861368" y="514045"/>
                </a:cubicBezTo>
                <a:cubicBezTo>
                  <a:pt x="878856" y="514878"/>
                  <a:pt x="892736" y="510785"/>
                  <a:pt x="910260" y="509048"/>
                </a:cubicBezTo>
                <a:cubicBezTo>
                  <a:pt x="927785" y="507311"/>
                  <a:pt x="949443" y="507785"/>
                  <a:pt x="966515" y="503621"/>
                </a:cubicBezTo>
                <a:cubicBezTo>
                  <a:pt x="983587" y="499457"/>
                  <a:pt x="995003" y="491072"/>
                  <a:pt x="1012693" y="484065"/>
                </a:cubicBezTo>
                <a:cubicBezTo>
                  <a:pt x="1030383" y="477058"/>
                  <a:pt x="1058080" y="468658"/>
                  <a:pt x="1072654" y="461579"/>
                </a:cubicBezTo>
                <a:cubicBezTo>
                  <a:pt x="1087228" y="454500"/>
                  <a:pt x="1115389" y="439906"/>
                  <a:pt x="1121843" y="433453"/>
                </a:cubicBezTo>
              </a:path>
            </a:pathLst>
          </a:custGeom>
          <a:noFill/>
          <a:ln w="38100">
            <a:solidFill>
              <a:srgbClr val="B9D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8C4F6E15-B10B-FC2C-ED9D-2DDEF1A6F79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4567928" y="759447"/>
            <a:ext cx="177497" cy="236063"/>
          </a:xfrm>
          <a:custGeom>
            <a:avLst/>
            <a:gdLst>
              <a:gd name="connsiteX0" fmla="*/ 0 w 177496"/>
              <a:gd name="connsiteY0" fmla="*/ 0 h 236062"/>
              <a:gd name="connsiteX1" fmla="*/ 97680 w 177496"/>
              <a:gd name="connsiteY1" fmla="*/ 21707 h 236062"/>
              <a:gd name="connsiteX2" fmla="*/ 170941 w 177496"/>
              <a:gd name="connsiteY2" fmla="*/ 35274 h 236062"/>
              <a:gd name="connsiteX3" fmla="*/ 173654 w 177496"/>
              <a:gd name="connsiteY3" fmla="*/ 48840 h 236062"/>
              <a:gd name="connsiteX4" fmla="*/ 168228 w 177496"/>
              <a:gd name="connsiteY4" fmla="*/ 67834 h 236062"/>
              <a:gd name="connsiteX5" fmla="*/ 135667 w 177496"/>
              <a:gd name="connsiteY5" fmla="*/ 149234 h 236062"/>
              <a:gd name="connsiteX6" fmla="*/ 89540 w 177496"/>
              <a:gd name="connsiteY6" fmla="*/ 236062 h 236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7496" h="236062">
                <a:moveTo>
                  <a:pt x="0" y="0"/>
                </a:moveTo>
                <a:lnTo>
                  <a:pt x="97680" y="21707"/>
                </a:lnTo>
                <a:cubicBezTo>
                  <a:pt x="126170" y="27586"/>
                  <a:pt x="158279" y="30752"/>
                  <a:pt x="170941" y="35274"/>
                </a:cubicBezTo>
                <a:cubicBezTo>
                  <a:pt x="183603" y="39796"/>
                  <a:pt x="174106" y="43414"/>
                  <a:pt x="173654" y="48840"/>
                </a:cubicBezTo>
                <a:cubicBezTo>
                  <a:pt x="173202" y="54266"/>
                  <a:pt x="174559" y="51102"/>
                  <a:pt x="168228" y="67834"/>
                </a:cubicBezTo>
                <a:cubicBezTo>
                  <a:pt x="161897" y="84566"/>
                  <a:pt x="148782" y="121196"/>
                  <a:pt x="135667" y="149234"/>
                </a:cubicBezTo>
                <a:cubicBezTo>
                  <a:pt x="122552" y="177272"/>
                  <a:pt x="106046" y="206667"/>
                  <a:pt x="89540" y="236062"/>
                </a:cubicBezTo>
              </a:path>
            </a:pathLst>
          </a:custGeom>
          <a:noFill/>
          <a:ln w="38100">
            <a:solidFill>
              <a:srgbClr val="B9D0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20040"/>
            <a:endParaRPr lang="es-AR" sz="120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11" name="COLORSECUNDARIO">
            <a:extLst>
              <a:ext uri="{FF2B5EF4-FFF2-40B4-BE49-F238E27FC236}">
                <a16:creationId xmlns:a16="http://schemas.microsoft.com/office/drawing/2014/main" id="{1924B354-4BB6-4C90-1074-ED142B6E1CC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93553" y="1637030"/>
            <a:ext cx="1697179" cy="231433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12" name="COLORPRIMARIO">
            <a:extLst>
              <a:ext uri="{FF2B5EF4-FFF2-40B4-BE49-F238E27FC236}">
                <a16:creationId xmlns:a16="http://schemas.microsoft.com/office/drawing/2014/main" id="{B5C5116D-4809-1BDA-E0B7-08DDE3689F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36655" y="1637028"/>
            <a:ext cx="1697179" cy="231433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13" name="COLORPRIMARIO">
            <a:extLst>
              <a:ext uri="{FF2B5EF4-FFF2-40B4-BE49-F238E27FC236}">
                <a16:creationId xmlns:a16="http://schemas.microsoft.com/office/drawing/2014/main" id="{A2C38FD5-3097-644C-5673-EE13D787882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81617" y="1637030"/>
            <a:ext cx="1697179" cy="231433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14" name="COLORTERCIARIO">
            <a:extLst>
              <a:ext uri="{FF2B5EF4-FFF2-40B4-BE49-F238E27FC236}">
                <a16:creationId xmlns:a16="http://schemas.microsoft.com/office/drawing/2014/main" id="{BF84CA1A-9C79-6416-2A0A-9344C3771E6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545090" y="1637030"/>
            <a:ext cx="1697179" cy="231433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15" name="DISEÑOLETRA">
            <a:extLst>
              <a:ext uri="{FF2B5EF4-FFF2-40B4-BE49-F238E27FC236}">
                <a16:creationId xmlns:a16="http://schemas.microsoft.com/office/drawing/2014/main" id="{8B2F7906-C996-7662-ACB2-5FCC5039524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281617" y="1648277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i</a:t>
            </a:r>
          </a:p>
        </p:txBody>
      </p:sp>
      <p:sp>
        <p:nvSpPr>
          <p:cNvPr id="16" name="DISEÑOLETRA">
            <a:extLst>
              <a:ext uri="{FF2B5EF4-FFF2-40B4-BE49-F238E27FC236}">
                <a16:creationId xmlns:a16="http://schemas.microsoft.com/office/drawing/2014/main" id="{A2130E70-C579-0845-58B8-5ECCA08B76F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45090" y="1648277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17" name="DISEÑOLETRA">
            <a:extLst>
              <a:ext uri="{FF2B5EF4-FFF2-40B4-BE49-F238E27FC236}">
                <a16:creationId xmlns:a16="http://schemas.microsoft.com/office/drawing/2014/main" id="{60FD43C1-CC69-2037-1524-C0B376E4751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93553" y="1648277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18" name="DISEÑOLETRA">
            <a:extLst>
              <a:ext uri="{FF2B5EF4-FFF2-40B4-BE49-F238E27FC236}">
                <a16:creationId xmlns:a16="http://schemas.microsoft.com/office/drawing/2014/main" id="{EE097A72-0B0A-28EC-5540-4416D2A7BB5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36655" y="1648277"/>
            <a:ext cx="1697179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f</a:t>
            </a:r>
          </a:p>
        </p:txBody>
      </p:sp>
      <p:sp>
        <p:nvSpPr>
          <p:cNvPr id="19" name="COLORSECUNDARIO">
            <a:extLst>
              <a:ext uri="{FF2B5EF4-FFF2-40B4-BE49-F238E27FC236}">
                <a16:creationId xmlns:a16="http://schemas.microsoft.com/office/drawing/2014/main" id="{FC548F6A-E01C-773A-E9AD-6F06DDF8D8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036244" y="1649885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0" name="DISEÑOLETRA">
            <a:extLst>
              <a:ext uri="{FF2B5EF4-FFF2-40B4-BE49-F238E27FC236}">
                <a16:creationId xmlns:a16="http://schemas.microsoft.com/office/drawing/2014/main" id="{9A7663FA-4E47-F857-1FDF-8A7D9E3E58E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036244" y="1648277"/>
            <a:ext cx="1697179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z</a:t>
            </a:r>
          </a:p>
        </p:txBody>
      </p:sp>
      <p:sp>
        <p:nvSpPr>
          <p:cNvPr id="21" name="COLORTERCIARIO 2">
            <a:extLst>
              <a:ext uri="{FF2B5EF4-FFF2-40B4-BE49-F238E27FC236}">
                <a16:creationId xmlns:a16="http://schemas.microsoft.com/office/drawing/2014/main" id="{BA9C306A-8680-E6D5-A7FE-5695EAEBF6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57170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2" name="COLORSECUNDARIO">
            <a:extLst>
              <a:ext uri="{FF2B5EF4-FFF2-40B4-BE49-F238E27FC236}">
                <a16:creationId xmlns:a16="http://schemas.microsoft.com/office/drawing/2014/main" id="{BA454D79-C583-0F20-CF86-0CB3E4D8AB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67409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3" name="COLORPRIMARIO">
            <a:extLst>
              <a:ext uri="{FF2B5EF4-FFF2-40B4-BE49-F238E27FC236}">
                <a16:creationId xmlns:a16="http://schemas.microsoft.com/office/drawing/2014/main" id="{45E5B62D-FC4A-8C55-7D1B-258BE438A2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14863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4" name="DISEÑOLETRA">
            <a:extLst>
              <a:ext uri="{FF2B5EF4-FFF2-40B4-BE49-F238E27FC236}">
                <a16:creationId xmlns:a16="http://schemas.microsoft.com/office/drawing/2014/main" id="{9374D166-8F84-5231-B68D-C138BDE4A18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67409" y="420143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m</a:t>
            </a:r>
          </a:p>
        </p:txBody>
      </p:sp>
      <p:sp>
        <p:nvSpPr>
          <p:cNvPr id="25" name="DISEÑOLETRA">
            <a:extLst>
              <a:ext uri="{FF2B5EF4-FFF2-40B4-BE49-F238E27FC236}">
                <a16:creationId xmlns:a16="http://schemas.microsoft.com/office/drawing/2014/main" id="{88F9F713-924B-D32F-F8CC-323F76BA8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14863" y="420143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u</a:t>
            </a:r>
          </a:p>
        </p:txBody>
      </p:sp>
      <p:sp>
        <p:nvSpPr>
          <p:cNvPr id="26" name="DISEÑOLETRA">
            <a:extLst>
              <a:ext uri="{FF2B5EF4-FFF2-40B4-BE49-F238E27FC236}">
                <a16:creationId xmlns:a16="http://schemas.microsoft.com/office/drawing/2014/main" id="{8E607BD6-EDAE-3B89-3A88-1B3539F6D42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57170" y="420143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c</a:t>
            </a:r>
          </a:p>
        </p:txBody>
      </p:sp>
      <p:sp>
        <p:nvSpPr>
          <p:cNvPr id="27" name="COLORPRIMARIO">
            <a:extLst>
              <a:ext uri="{FF2B5EF4-FFF2-40B4-BE49-F238E27FC236}">
                <a16:creationId xmlns:a16="http://schemas.microsoft.com/office/drawing/2014/main" id="{755A35DC-F448-06D8-CA91-8F95B6E74A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513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8" name="COLORTERCIARIO 3">
            <a:extLst>
              <a:ext uri="{FF2B5EF4-FFF2-40B4-BE49-F238E27FC236}">
                <a16:creationId xmlns:a16="http://schemas.microsoft.com/office/drawing/2014/main" id="{5D946955-ED0A-60D7-EBF4-2B8B15A273F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30101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29" name="COLORSECUNDARIO">
            <a:extLst>
              <a:ext uri="{FF2B5EF4-FFF2-40B4-BE49-F238E27FC236}">
                <a16:creationId xmlns:a16="http://schemas.microsoft.com/office/drawing/2014/main" id="{AEBF37C3-1955-538B-9BBE-1B1949C2D0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45415" y="4203040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  <a:cs typeface="Aharoni" panose="02010803020104030203" pitchFamily="2" charset="-79"/>
            </a:endParaRPr>
          </a:p>
        </p:txBody>
      </p:sp>
      <p:sp>
        <p:nvSpPr>
          <p:cNvPr id="30" name="DISEÑOLETRA">
            <a:extLst>
              <a:ext uri="{FF2B5EF4-FFF2-40B4-BE49-F238E27FC236}">
                <a16:creationId xmlns:a16="http://schemas.microsoft.com/office/drawing/2014/main" id="{197F56A9-259C-B687-14B9-6FB027632CA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45415" y="420143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e</a:t>
            </a:r>
          </a:p>
        </p:txBody>
      </p:sp>
      <p:sp>
        <p:nvSpPr>
          <p:cNvPr id="31" name="DISEÑOLETRA">
            <a:extLst>
              <a:ext uri="{FF2B5EF4-FFF2-40B4-BE49-F238E27FC236}">
                <a16:creationId xmlns:a16="http://schemas.microsoft.com/office/drawing/2014/main" id="{CB132AEE-2867-5B03-6954-F6BBAF6A63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89513" y="420143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l</a:t>
            </a:r>
          </a:p>
        </p:txBody>
      </p:sp>
      <p:sp>
        <p:nvSpPr>
          <p:cNvPr id="32" name="DISEÑOLETRA">
            <a:extLst>
              <a:ext uri="{FF2B5EF4-FFF2-40B4-BE49-F238E27FC236}">
                <a16:creationId xmlns:a16="http://schemas.microsoft.com/office/drawing/2014/main" id="{D732B4FC-B895-1035-90A9-1CA58BC41B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30101" y="4201433"/>
            <a:ext cx="1697179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p</a:t>
            </a:r>
          </a:p>
        </p:txBody>
      </p:sp>
      <p:sp>
        <p:nvSpPr>
          <p:cNvPr id="33" name="FONDO 1">
            <a:extLst>
              <a:ext uri="{FF2B5EF4-FFF2-40B4-BE49-F238E27FC236}">
                <a16:creationId xmlns:a16="http://schemas.microsoft.com/office/drawing/2014/main" id="{9A1DCBD6-BA53-3DF0-45B5-6A3B2A00EBE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70944" y="6866713"/>
            <a:ext cx="1692073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 dirty="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34" name="DISEÑOLETRA">
            <a:extLst>
              <a:ext uri="{FF2B5EF4-FFF2-40B4-BE49-F238E27FC236}">
                <a16:creationId xmlns:a16="http://schemas.microsoft.com/office/drawing/2014/main" id="{A9261083-D1E5-16F3-70D2-A71647A2F1C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0944" y="6877412"/>
            <a:ext cx="1692073" cy="186204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35" name="FONDO 1">
            <a:extLst>
              <a:ext uri="{FF2B5EF4-FFF2-40B4-BE49-F238E27FC236}">
                <a16:creationId xmlns:a16="http://schemas.microsoft.com/office/drawing/2014/main" id="{EE112A00-7D94-4CD6-D5A0-27C5EE5B99C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919959" y="6866713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36" name="DISEÑOLETRA">
            <a:extLst>
              <a:ext uri="{FF2B5EF4-FFF2-40B4-BE49-F238E27FC236}">
                <a16:creationId xmlns:a16="http://schemas.microsoft.com/office/drawing/2014/main" id="{EF77525E-9FC8-7E8C-9C98-9D760ECD8A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19959" y="6852920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37" name="FONDO 1">
            <a:extLst>
              <a:ext uri="{FF2B5EF4-FFF2-40B4-BE49-F238E27FC236}">
                <a16:creationId xmlns:a16="http://schemas.microsoft.com/office/drawing/2014/main" id="{78F7A045-038B-0C95-A25E-B70879FD25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696420" y="6877412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38" name="DISEÑOLETRA">
            <a:extLst>
              <a:ext uri="{FF2B5EF4-FFF2-40B4-BE49-F238E27FC236}">
                <a16:creationId xmlns:a16="http://schemas.microsoft.com/office/drawing/2014/main" id="{381AC24B-CC86-F4DD-1190-A3209EA8AF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6420" y="6888113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39" name="FONDO 1">
            <a:extLst>
              <a:ext uri="{FF2B5EF4-FFF2-40B4-BE49-F238E27FC236}">
                <a16:creationId xmlns:a16="http://schemas.microsoft.com/office/drawing/2014/main" id="{BB0444C9-6509-5F01-BC1A-5472B4F88F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439797" y="6866713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40" name="DISEÑOLETRA">
            <a:extLst>
              <a:ext uri="{FF2B5EF4-FFF2-40B4-BE49-F238E27FC236}">
                <a16:creationId xmlns:a16="http://schemas.microsoft.com/office/drawing/2014/main" id="{61EDBD87-3537-A6B9-0D90-99543FDAB19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439797" y="6877412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41" name="FONDO 1">
            <a:extLst>
              <a:ext uri="{FF2B5EF4-FFF2-40B4-BE49-F238E27FC236}">
                <a16:creationId xmlns:a16="http://schemas.microsoft.com/office/drawing/2014/main" id="{D72FD793-8C17-18B9-F6FD-A3906C99B23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4564" y="6877412"/>
            <a:ext cx="1697179" cy="228862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42" name="DISEÑOLETRA">
            <a:extLst>
              <a:ext uri="{FF2B5EF4-FFF2-40B4-BE49-F238E27FC236}">
                <a16:creationId xmlns:a16="http://schemas.microsoft.com/office/drawing/2014/main" id="{40C279CC-D78A-52C7-BC82-E8B88676FD4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180037" y="6877412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43" name="FONDO 1">
            <a:extLst>
              <a:ext uri="{FF2B5EF4-FFF2-40B4-BE49-F238E27FC236}">
                <a16:creationId xmlns:a16="http://schemas.microsoft.com/office/drawing/2014/main" id="{1AA82F8C-4EE1-DF20-A2E4-A827B4F3331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931644" y="6879884"/>
            <a:ext cx="1697179" cy="228862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8000 h 10000"/>
              <a:gd name="connsiteX3" fmla="*/ 5000 w 10000"/>
              <a:gd name="connsiteY3" fmla="*/ 10000 h 10000"/>
              <a:gd name="connsiteX4" fmla="*/ 0 w 10000"/>
              <a:gd name="connsiteY4" fmla="*/ 8000 h 10000"/>
              <a:gd name="connsiteX5" fmla="*/ 0 w 10000"/>
              <a:gd name="connsiteY5" fmla="*/ 0 h 10000"/>
              <a:gd name="connsiteX0" fmla="*/ 0 w 10000"/>
              <a:gd name="connsiteY0" fmla="*/ 0 h 8000"/>
              <a:gd name="connsiteX1" fmla="*/ 10000 w 10000"/>
              <a:gd name="connsiteY1" fmla="*/ 0 h 8000"/>
              <a:gd name="connsiteX2" fmla="*/ 10000 w 10000"/>
              <a:gd name="connsiteY2" fmla="*/ 8000 h 8000"/>
              <a:gd name="connsiteX3" fmla="*/ 5000 w 10000"/>
              <a:gd name="connsiteY3" fmla="*/ 7289 h 8000"/>
              <a:gd name="connsiteX4" fmla="*/ 0 w 10000"/>
              <a:gd name="connsiteY4" fmla="*/ 8000 h 8000"/>
              <a:gd name="connsiteX5" fmla="*/ 0 w 10000"/>
              <a:gd name="connsiteY5" fmla="*/ 0 h 8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90 w 10000"/>
              <a:gd name="connsiteY3" fmla="*/ 7801 h 10000"/>
              <a:gd name="connsiteX4" fmla="*/ 0 w 10000"/>
              <a:gd name="connsiteY4" fmla="*/ 10000 h 10000"/>
              <a:gd name="connsiteX5" fmla="*/ 0 w 10000"/>
              <a:gd name="connsiteY5" fmla="*/ 0 h 10000"/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5152 w 10000"/>
              <a:gd name="connsiteY3" fmla="*/ 7773 h 10000"/>
              <a:gd name="connsiteX4" fmla="*/ 0 w 10000"/>
              <a:gd name="connsiteY4" fmla="*/ 10000 h 10000"/>
              <a:gd name="connsiteX5" fmla="*/ 0 w 10000"/>
              <a:gd name="connsiteY5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000" h="10000">
                <a:moveTo>
                  <a:pt x="0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5152" y="7773"/>
                </a:lnTo>
                <a:lnTo>
                  <a:pt x="0" y="10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1500">
              <a:solidFill>
                <a:schemeClr val="bg1"/>
              </a:solidFill>
              <a:latin typeface="Carton Six" panose="020B0601010101010101" pitchFamily="34" charset="0"/>
            </a:endParaRPr>
          </a:p>
        </p:txBody>
      </p:sp>
      <p:sp>
        <p:nvSpPr>
          <p:cNvPr id="44" name="DISEÑOLETRA">
            <a:extLst>
              <a:ext uri="{FF2B5EF4-FFF2-40B4-BE49-F238E27FC236}">
                <a16:creationId xmlns:a16="http://schemas.microsoft.com/office/drawing/2014/main" id="{9455B6F3-5D24-8B53-05DB-CA51DFAB5E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931644" y="6878402"/>
            <a:ext cx="1697179" cy="18620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s-AR" sz="11500" dirty="0">
                <a:solidFill>
                  <a:schemeClr val="bg1"/>
                </a:solidFill>
                <a:latin typeface="Carton Six" panose="020B0601010101010101" pitchFamily="34" charset="0"/>
                <a:cs typeface="Aharoni" panose="02010803020104030203" pitchFamily="2" charset="-79"/>
              </a:rPr>
              <a:t>!</a:t>
            </a:r>
          </a:p>
        </p:txBody>
      </p:sp>
      <p:sp>
        <p:nvSpPr>
          <p:cNvPr id="46" name="PNG 3">
            <a:extLst>
              <a:ext uri="{FF2B5EF4-FFF2-40B4-BE49-F238E27FC236}">
                <a16:creationId xmlns:a16="http://schemas.microsoft.com/office/drawing/2014/main" id="{E1AB0729-FCD4-7F44-C94B-F9DC05695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268686" y="8170253"/>
            <a:ext cx="610123" cy="6171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47" name="PNG 2">
            <a:extLst>
              <a:ext uri="{FF2B5EF4-FFF2-40B4-BE49-F238E27FC236}">
                <a16:creationId xmlns:a16="http://schemas.microsoft.com/office/drawing/2014/main" id="{849754C4-A810-03E1-7411-D00BFAD92F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59835" y="8167880"/>
            <a:ext cx="608288" cy="6170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48" name="PNG 3">
            <a:extLst>
              <a:ext uri="{FF2B5EF4-FFF2-40B4-BE49-F238E27FC236}">
                <a16:creationId xmlns:a16="http://schemas.microsoft.com/office/drawing/2014/main" id="{10DBC184-8789-B7AB-2CF6-4575A99CE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04083" y="8166719"/>
            <a:ext cx="610123" cy="6170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49" name="PNG 4">
            <a:extLst>
              <a:ext uri="{FF2B5EF4-FFF2-40B4-BE49-F238E27FC236}">
                <a16:creationId xmlns:a16="http://schemas.microsoft.com/office/drawing/2014/main" id="{67E1977A-A1E7-0B11-6B1F-D868DE168A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780543" y="8182404"/>
            <a:ext cx="610123" cy="6170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50" name="PNG 5">
            <a:extLst>
              <a:ext uri="{FF2B5EF4-FFF2-40B4-BE49-F238E27FC236}">
                <a16:creationId xmlns:a16="http://schemas.microsoft.com/office/drawing/2014/main" id="{1E01FFE6-836E-4230-8AE4-977BBC8036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523920" y="8176687"/>
            <a:ext cx="610123" cy="6170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  <p:sp>
        <p:nvSpPr>
          <p:cNvPr id="51" name="PNG 7">
            <a:extLst>
              <a:ext uri="{FF2B5EF4-FFF2-40B4-BE49-F238E27FC236}">
                <a16:creationId xmlns:a16="http://schemas.microsoft.com/office/drawing/2014/main" id="{599C2EA3-C691-2963-D2DE-402AA1983F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0015851" y="8247901"/>
            <a:ext cx="610123" cy="54376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</p:spTree>
    <p:extLst>
      <p:ext uri="{BB962C8B-B14F-4D97-AF65-F5344CB8AC3E}">
        <p14:creationId xmlns:p14="http://schemas.microsoft.com/office/powerpoint/2010/main" val="20441945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9E2B8-5740-265D-AC87-EBF532C6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0C952D3-DA0D-0CB9-70C8-9F5B75E9919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061055" y="272728"/>
            <a:ext cx="86776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AR" sz="4400" dirty="0">
                <a:solidFill>
                  <a:sysClr val="windowText" lastClr="000000"/>
                </a:solidFill>
                <a:latin typeface="Aachen Medium" panose="02000506050000020004" pitchFamily="2" charset="0"/>
              </a:rPr>
              <a:t>CONTENIDO DEL KIT</a:t>
            </a:r>
            <a:endParaRPr lang="es-AR" sz="2800" dirty="0"/>
          </a:p>
        </p:txBody>
      </p:sp>
      <p:sp>
        <p:nvSpPr>
          <p:cNvPr id="4" name="CONTENIDO">
            <a:extLst>
              <a:ext uri="{FF2B5EF4-FFF2-40B4-BE49-F238E27FC236}">
                <a16:creationId xmlns:a16="http://schemas.microsoft.com/office/drawing/2014/main" id="{103D377F-02C0-5CBD-152F-11CC0AEAECE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5956135" y="1245137"/>
            <a:ext cx="4704874" cy="528003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24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 CANDY BAR</a:t>
            </a:r>
            <a:endParaRPr lang="es-AR" sz="20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Cierra Bolsas 10cm X 3cm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Botella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Alfajor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Etiquetas Jugos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Envoltorio Paragüitas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Tita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Yapa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Turrón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Monedas Chocolate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</a:t>
            </a: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Rodhesia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Chocolatín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</a:t>
            </a: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Marroc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Etiqueta y Envoltorio Pico Dulce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5450719-212E-43BB-D297-0E8BD84F089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781" y="1245137"/>
            <a:ext cx="6068699" cy="89028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2400" b="1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 DECORACIÓN</a:t>
            </a:r>
            <a:endParaRPr lang="es-AR" sz="24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Invitaciones 10cm x 15cm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Tarjetas “Gracias por venir”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Banderines “Nombre”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Banderines Separadores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Banderines “Feliz Cumpleaños”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Posters “Bienvenidos” y “Gracias por venir”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Libro de Firmas/Dedicatorias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Centro de Mesa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Topper</a:t>
            </a: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Torta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Imágenes PNG para Decorar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Antifaz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Gorrito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Adorno para Sorbete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Banderitas Decorativas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Wrappers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Círculos Multiuso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Rectángulos Multiuso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Papeles Digitales para Decorar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Caja </a:t>
            </a: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Pochoclera</a:t>
            </a: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 </a:t>
            </a:r>
            <a:r>
              <a:rPr lang="es-AR" sz="2200" dirty="0" err="1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Pochoclera</a:t>
            </a: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Mini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Caja Cubo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Caja Papas/Caramelos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Bolsa Caramelos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AR" sz="2200" dirty="0">
                <a:latin typeface="Comic Sans MS" panose="030F0702030302020204" pitchFamily="66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Mantel Individual</a:t>
            </a:r>
            <a:endParaRPr lang="es-AR" sz="2200" dirty="0">
              <a:latin typeface="Comic Sans MS" panose="030F0702030302020204" pitchFamily="66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PNG 3">
            <a:extLst>
              <a:ext uri="{FF2B5EF4-FFF2-40B4-BE49-F238E27FC236}">
                <a16:creationId xmlns:a16="http://schemas.microsoft.com/office/drawing/2014/main" id="{FCDA89D8-2D23-6E69-D832-80266DBB91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620672" y="7613350"/>
            <a:ext cx="3085780" cy="30857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 sz="1400"/>
          </a:p>
        </p:txBody>
      </p:sp>
    </p:spTree>
    <p:extLst>
      <p:ext uri="{BB962C8B-B14F-4D97-AF65-F5344CB8AC3E}">
        <p14:creationId xmlns:p14="http://schemas.microsoft.com/office/powerpoint/2010/main" val="984541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C9576-260B-2708-9416-B658D476C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9166D49-7C16-9533-D279-A26CF07F9C81}"/>
              </a:ext>
            </a:extLst>
          </p:cNvPr>
          <p:cNvSpPr/>
          <p:nvPr/>
        </p:nvSpPr>
        <p:spPr>
          <a:xfrm>
            <a:off x="-1" y="0"/>
            <a:ext cx="10799763" cy="107997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>
                <a:solidFill>
                  <a:schemeClr val="tx1"/>
                </a:solidFill>
              </a:rPr>
              <a:t>PROPAGANDA</a:t>
            </a:r>
          </a:p>
        </p:txBody>
      </p:sp>
    </p:spTree>
    <p:extLst>
      <p:ext uri="{BB962C8B-B14F-4D97-AF65-F5344CB8AC3E}">
        <p14:creationId xmlns:p14="http://schemas.microsoft.com/office/powerpoint/2010/main" val="1879402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2205-1B7A-A5C9-5924-CB2A6F5EF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D1D81A3-1FB0-518D-374F-13B0FA49F5E6}"/>
              </a:ext>
            </a:extLst>
          </p:cNvPr>
          <p:cNvSpPr/>
          <p:nvPr/>
        </p:nvSpPr>
        <p:spPr>
          <a:xfrm>
            <a:off x="-1" y="0"/>
            <a:ext cx="10799763" cy="107997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>
                <a:solidFill>
                  <a:schemeClr val="tx1"/>
                </a:solidFill>
              </a:rPr>
              <a:t>VIDEOCLIP</a:t>
            </a:r>
          </a:p>
        </p:txBody>
      </p:sp>
    </p:spTree>
    <p:extLst>
      <p:ext uri="{BB962C8B-B14F-4D97-AF65-F5344CB8AC3E}">
        <p14:creationId xmlns:p14="http://schemas.microsoft.com/office/powerpoint/2010/main" val="4096898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MBRE">
            <a:extLst>
              <a:ext uri="{FF2B5EF4-FFF2-40B4-BE49-F238E27FC236}">
                <a16:creationId xmlns:a16="http://schemas.microsoft.com/office/drawing/2014/main" id="{44434BAE-1EBB-2166-588B-FB319070494A}"/>
              </a:ext>
            </a:extLst>
          </p:cNvPr>
          <p:cNvSpPr/>
          <p:nvPr/>
        </p:nvSpPr>
        <p:spPr>
          <a:xfrm>
            <a:off x="-1" y="3715460"/>
            <a:ext cx="10799763" cy="33688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600" dirty="0">
                <a:solidFill>
                  <a:schemeClr val="tx1"/>
                </a:solidFill>
              </a:rPr>
              <a:t>NOMBRE</a:t>
            </a:r>
          </a:p>
        </p:txBody>
      </p:sp>
    </p:spTree>
    <p:extLst>
      <p:ext uri="{BB962C8B-B14F-4D97-AF65-F5344CB8AC3E}">
        <p14:creationId xmlns:p14="http://schemas.microsoft.com/office/powerpoint/2010/main" val="37280552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214</Words>
  <Application>Microsoft Office PowerPoint</Application>
  <PresentationFormat>Personalizado</PresentationFormat>
  <Paragraphs>80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25" baseType="lpstr">
      <vt:lpstr>Aachen Medium</vt:lpstr>
      <vt:lpstr>Amatic</vt:lpstr>
      <vt:lpstr>Amatic SC</vt:lpstr>
      <vt:lpstr>Aptos</vt:lpstr>
      <vt:lpstr>Aptos Display</vt:lpstr>
      <vt:lpstr>Arial</vt:lpstr>
      <vt:lpstr>Arial Black</vt:lpstr>
      <vt:lpstr>Bebas</vt:lpstr>
      <vt:lpstr>Calibri</vt:lpstr>
      <vt:lpstr>Carton Six</vt:lpstr>
      <vt:lpstr>Comic Sans MS</vt:lpstr>
      <vt:lpstr>Junegull</vt:lpstr>
      <vt:lpstr>Segoe UI Black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Cristian</dc:creator>
  <cp:lastModifiedBy>Cristian</cp:lastModifiedBy>
  <cp:revision>3</cp:revision>
  <dcterms:created xsi:type="dcterms:W3CDTF">2025-11-21T05:20:09Z</dcterms:created>
  <dcterms:modified xsi:type="dcterms:W3CDTF">2025-11-21T06:36:13Z</dcterms:modified>
</cp:coreProperties>
</file>